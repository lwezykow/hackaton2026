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theme/theme3.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0" r:id="rId4"/>
    <p:sldMasterId id="2147483881" r:id="rId5"/>
    <p:sldMasterId id="2147483942" r:id="rId6"/>
  </p:sldMasterIdLst>
  <p:notesMasterIdLst>
    <p:notesMasterId r:id="rId22"/>
  </p:notesMasterIdLst>
  <p:sldIdLst>
    <p:sldId id="265" r:id="rId7"/>
    <p:sldId id="293" r:id="rId8"/>
    <p:sldId id="2145706664" r:id="rId9"/>
    <p:sldId id="296" r:id="rId10"/>
    <p:sldId id="300" r:id="rId11"/>
    <p:sldId id="275" r:id="rId12"/>
    <p:sldId id="304" r:id="rId13"/>
    <p:sldId id="310" r:id="rId14"/>
    <p:sldId id="2145706668" r:id="rId15"/>
    <p:sldId id="2145706666" r:id="rId16"/>
    <p:sldId id="306" r:id="rId17"/>
    <p:sldId id="287" r:id="rId18"/>
    <p:sldId id="2145706667" r:id="rId19"/>
    <p:sldId id="2145706670" r:id="rId20"/>
    <p:sldId id="257" r:id="rId21"/>
  </p:sldIdLst>
  <p:sldSz cx="12192000" cy="6858000"/>
  <p:notesSz cx="6858000" cy="9144000"/>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uidance" id="{99712D63-9960-EA4B-940C-022E3C89852C}">
          <p14:sldIdLst>
            <p14:sldId id="265"/>
            <p14:sldId id="293"/>
            <p14:sldId id="2145706664"/>
            <p14:sldId id="296"/>
            <p14:sldId id="300"/>
            <p14:sldId id="275"/>
            <p14:sldId id="304"/>
            <p14:sldId id="310"/>
            <p14:sldId id="2145706668"/>
            <p14:sldId id="2145706666"/>
            <p14:sldId id="306"/>
            <p14:sldId id="287"/>
            <p14:sldId id="2145706667"/>
            <p14:sldId id="2145706670"/>
            <p14:sldId id="257"/>
          </p14:sldIdLst>
        </p14:section>
        <p14:section name="Basic set of slides" id="{F227FFB0-1211-4DCC-B5C3-DE014BE1BD88}">
          <p14:sldIdLst/>
        </p14:section>
        <p14:section name="Additional slides" id="{34E4D8AC-CBD9-4474-9D00-1E400B4E71FA}">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9369B82-F61C-1DAB-D2B9-DBEF2F861C75}" name="Wójcik, Jakub" initials="WJ" userId="S::jakub.wojcik@capgemini.com::67d39b31-f876-42af-a5d3-3244421dda40" providerId="AD"/>
  <p188:author id="{ABFE7C8A-44D6-C62D-74C1-98F46929C423}" name="Derché, Aurélie" initials="AD" userId="S::aurelie.derche@capgemini.com::5f68c882-6845-4196-8575-a10c2237bca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58AB"/>
    <a:srgbClr val="1DB8F2"/>
    <a:srgbClr val="121A38"/>
    <a:srgbClr val="000000"/>
    <a:srgbClr val="232323"/>
    <a:srgbClr val="010101"/>
    <a:srgbClr val="747474"/>
    <a:srgbClr val="555555"/>
    <a:srgbClr val="1ABA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49D06E-1C58-48FC-A6A5-365D3938BCD4}" v="22" dt="2026-04-17T02:04:05.2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3" autoAdjust="0"/>
    <p:restoredTop sz="96301" autoAdjust="0"/>
  </p:normalViewPr>
  <p:slideViewPr>
    <p:cSldViewPr>
      <p:cViewPr varScale="1">
        <p:scale>
          <a:sx n="102" d="100"/>
          <a:sy n="102" d="100"/>
        </p:scale>
        <p:origin x="666" y="318"/>
      </p:cViewPr>
      <p:guideLst/>
    </p:cSldViewPr>
  </p:slideViewPr>
  <p:outlineViewPr>
    <p:cViewPr>
      <p:scale>
        <a:sx n="33" d="100"/>
        <a:sy n="33" d="100"/>
      </p:scale>
      <p:origin x="0" y="-552"/>
    </p:cViewPr>
  </p:outlineViewPr>
  <p:notesTextViewPr>
    <p:cViewPr>
      <p:scale>
        <a:sx n="1" d="1"/>
        <a:sy n="1" d="1"/>
      </p:scale>
      <p:origin x="0" y="0"/>
    </p:cViewPr>
  </p:notesTextViewPr>
  <p:sorterViewPr>
    <p:cViewPr>
      <p:scale>
        <a:sx n="100" d="100"/>
        <a:sy n="100" d="100"/>
      </p:scale>
      <p:origin x="0" y="-2277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zybowska, Dorota" userId="2e211e11-f64b-467a-9fb6-589cc0ce61aa" providerId="ADAL" clId="{89D6A03E-8BC3-4F0E-A5A4-111432B6F8C0}"/>
    <pc:docChg chg="undo redo custSel addSld delSld modSld sldOrd modSection">
      <pc:chgData name="Grzybowska, Dorota" userId="2e211e11-f64b-467a-9fb6-589cc0ce61aa" providerId="ADAL" clId="{89D6A03E-8BC3-4F0E-A5A4-111432B6F8C0}" dt="2026-04-17T04:53:27.896" v="961" actId="20577"/>
      <pc:docMkLst>
        <pc:docMk/>
      </pc:docMkLst>
      <pc:sldChg chg="modSp mod">
        <pc:chgData name="Grzybowska, Dorota" userId="2e211e11-f64b-467a-9fb6-589cc0ce61aa" providerId="ADAL" clId="{89D6A03E-8BC3-4F0E-A5A4-111432B6F8C0}" dt="2026-04-17T00:43:49.368" v="18" actId="1076"/>
        <pc:sldMkLst>
          <pc:docMk/>
          <pc:sldMk cId="2266413449" sldId="257"/>
        </pc:sldMkLst>
        <pc:spChg chg="mod">
          <ac:chgData name="Grzybowska, Dorota" userId="2e211e11-f64b-467a-9fb6-589cc0ce61aa" providerId="ADAL" clId="{89D6A03E-8BC3-4F0E-A5A4-111432B6F8C0}" dt="2026-04-17T00:43:44.409" v="17" actId="14100"/>
          <ac:spMkLst>
            <pc:docMk/>
            <pc:sldMk cId="2266413449" sldId="257"/>
            <ac:spMk id="36" creationId="{97BD85C6-BA02-905D-553A-F43BAA508492}"/>
          </ac:spMkLst>
        </pc:spChg>
        <pc:picChg chg="mod">
          <ac:chgData name="Grzybowska, Dorota" userId="2e211e11-f64b-467a-9fb6-589cc0ce61aa" providerId="ADAL" clId="{89D6A03E-8BC3-4F0E-A5A4-111432B6F8C0}" dt="2026-04-17T00:43:49.368" v="18" actId="1076"/>
          <ac:picMkLst>
            <pc:docMk/>
            <pc:sldMk cId="2266413449" sldId="257"/>
            <ac:picMk id="3" creationId="{8A730FFC-C8A4-F947-31D1-9D4723C45A45}"/>
          </ac:picMkLst>
        </pc:picChg>
      </pc:sldChg>
      <pc:sldChg chg="modSp mod">
        <pc:chgData name="Grzybowska, Dorota" userId="2e211e11-f64b-467a-9fb6-589cc0ce61aa" providerId="ADAL" clId="{89D6A03E-8BC3-4F0E-A5A4-111432B6F8C0}" dt="2026-04-17T00:46:05.269" v="78" actId="20577"/>
        <pc:sldMkLst>
          <pc:docMk/>
          <pc:sldMk cId="3078647979" sldId="275"/>
        </pc:sldMkLst>
        <pc:spChg chg="mod">
          <ac:chgData name="Grzybowska, Dorota" userId="2e211e11-f64b-467a-9fb6-589cc0ce61aa" providerId="ADAL" clId="{89D6A03E-8BC3-4F0E-A5A4-111432B6F8C0}" dt="2026-04-17T00:46:05.269" v="78" actId="20577"/>
          <ac:spMkLst>
            <pc:docMk/>
            <pc:sldMk cId="3078647979" sldId="275"/>
            <ac:spMk id="17" creationId="{86CA602D-BF06-8E59-DE74-20AB3BEC8525}"/>
          </ac:spMkLst>
        </pc:spChg>
      </pc:sldChg>
      <pc:sldChg chg="modSp mod">
        <pc:chgData name="Grzybowska, Dorota" userId="2e211e11-f64b-467a-9fb6-589cc0ce61aa" providerId="ADAL" clId="{89D6A03E-8BC3-4F0E-A5A4-111432B6F8C0}" dt="2026-04-17T02:10:58.089" v="885" actId="6549"/>
        <pc:sldMkLst>
          <pc:docMk/>
          <pc:sldMk cId="3445200505" sldId="287"/>
        </pc:sldMkLst>
        <pc:spChg chg="mod">
          <ac:chgData name="Grzybowska, Dorota" userId="2e211e11-f64b-467a-9fb6-589cc0ce61aa" providerId="ADAL" clId="{89D6A03E-8BC3-4F0E-A5A4-111432B6F8C0}" dt="2026-04-17T02:10:58.089" v="885" actId="6549"/>
          <ac:spMkLst>
            <pc:docMk/>
            <pc:sldMk cId="3445200505" sldId="287"/>
            <ac:spMk id="17" creationId="{8AB56196-A578-0A1C-62DA-767CC49DAC4C}"/>
          </ac:spMkLst>
        </pc:spChg>
      </pc:sldChg>
      <pc:sldChg chg="addSp delSp modSp mod">
        <pc:chgData name="Grzybowska, Dorota" userId="2e211e11-f64b-467a-9fb6-589cc0ce61aa" providerId="ADAL" clId="{89D6A03E-8BC3-4F0E-A5A4-111432B6F8C0}" dt="2026-04-17T02:11:18.381" v="897" actId="20577"/>
        <pc:sldMkLst>
          <pc:docMk/>
          <pc:sldMk cId="1522942435" sldId="293"/>
        </pc:sldMkLst>
        <pc:spChg chg="del">
          <ac:chgData name="Grzybowska, Dorota" userId="2e211e11-f64b-467a-9fb6-589cc0ce61aa" providerId="ADAL" clId="{89D6A03E-8BC3-4F0E-A5A4-111432B6F8C0}" dt="2026-04-17T01:15:23.383" v="493" actId="478"/>
          <ac:spMkLst>
            <pc:docMk/>
            <pc:sldMk cId="1522942435" sldId="293"/>
            <ac:spMk id="3" creationId="{9BF65926-9E9D-6202-5376-4169C494A374}"/>
          </ac:spMkLst>
        </pc:spChg>
        <pc:spChg chg="del">
          <ac:chgData name="Grzybowska, Dorota" userId="2e211e11-f64b-467a-9fb6-589cc0ce61aa" providerId="ADAL" clId="{89D6A03E-8BC3-4F0E-A5A4-111432B6F8C0}" dt="2026-04-17T01:15:21.364" v="492" actId="478"/>
          <ac:spMkLst>
            <pc:docMk/>
            <pc:sldMk cId="1522942435" sldId="293"/>
            <ac:spMk id="4" creationId="{C5BC3D4B-5EDA-8009-8C1C-95D7DFBB308B}"/>
          </ac:spMkLst>
        </pc:spChg>
        <pc:spChg chg="add del mod">
          <ac:chgData name="Grzybowska, Dorota" userId="2e211e11-f64b-467a-9fb6-589cc0ce61aa" providerId="ADAL" clId="{89D6A03E-8BC3-4F0E-A5A4-111432B6F8C0}" dt="2026-04-17T01:15:12.070" v="488" actId="478"/>
          <ac:spMkLst>
            <pc:docMk/>
            <pc:sldMk cId="1522942435" sldId="293"/>
            <ac:spMk id="6" creationId="{514A678A-3DA7-97C5-EE7D-604F68EFB212}"/>
          </ac:spMkLst>
        </pc:spChg>
        <pc:spChg chg="add del mod">
          <ac:chgData name="Grzybowska, Dorota" userId="2e211e11-f64b-467a-9fb6-589cc0ce61aa" providerId="ADAL" clId="{89D6A03E-8BC3-4F0E-A5A4-111432B6F8C0}" dt="2026-04-17T01:15:21.364" v="492" actId="478"/>
          <ac:spMkLst>
            <pc:docMk/>
            <pc:sldMk cId="1522942435" sldId="293"/>
            <ac:spMk id="8" creationId="{EC03C898-1D8D-6339-408C-AB3BF854EB2C}"/>
          </ac:spMkLst>
        </pc:spChg>
        <pc:spChg chg="add del mod">
          <ac:chgData name="Grzybowska, Dorota" userId="2e211e11-f64b-467a-9fb6-589cc0ce61aa" providerId="ADAL" clId="{89D6A03E-8BC3-4F0E-A5A4-111432B6F8C0}" dt="2026-04-17T01:15:17.885" v="491" actId="478"/>
          <ac:spMkLst>
            <pc:docMk/>
            <pc:sldMk cId="1522942435" sldId="293"/>
            <ac:spMk id="10" creationId="{0B98AA3A-967A-3371-D1B2-83CE9FD0E51E}"/>
          </ac:spMkLst>
        </pc:spChg>
        <pc:spChg chg="mod">
          <ac:chgData name="Grzybowska, Dorota" userId="2e211e11-f64b-467a-9fb6-589cc0ce61aa" providerId="ADAL" clId="{89D6A03E-8BC3-4F0E-A5A4-111432B6F8C0}" dt="2026-04-17T01:19:22.205" v="537" actId="20577"/>
          <ac:spMkLst>
            <pc:docMk/>
            <pc:sldMk cId="1522942435" sldId="293"/>
            <ac:spMk id="48" creationId="{105066E8-E4A6-F31D-9A64-78B845C0B116}"/>
          </ac:spMkLst>
        </pc:spChg>
        <pc:spChg chg="mod">
          <ac:chgData name="Grzybowska, Dorota" userId="2e211e11-f64b-467a-9fb6-589cc0ce61aa" providerId="ADAL" clId="{89D6A03E-8BC3-4F0E-A5A4-111432B6F8C0}" dt="2026-04-17T01:14:13.153" v="453" actId="20577"/>
          <ac:spMkLst>
            <pc:docMk/>
            <pc:sldMk cId="1522942435" sldId="293"/>
            <ac:spMk id="49" creationId="{892F2D8E-BA7B-3261-8E1F-A93F91F9EEAE}"/>
          </ac:spMkLst>
        </pc:spChg>
        <pc:spChg chg="mod">
          <ac:chgData name="Grzybowska, Dorota" userId="2e211e11-f64b-467a-9fb6-589cc0ce61aa" providerId="ADAL" clId="{89D6A03E-8BC3-4F0E-A5A4-111432B6F8C0}" dt="2026-04-17T02:11:13.052" v="891" actId="20577"/>
          <ac:spMkLst>
            <pc:docMk/>
            <pc:sldMk cId="1522942435" sldId="293"/>
            <ac:spMk id="58" creationId="{4167728D-ECD0-AE8E-EC3C-6B9F804A30D6}"/>
          </ac:spMkLst>
        </pc:spChg>
        <pc:spChg chg="mod">
          <ac:chgData name="Grzybowska, Dorota" userId="2e211e11-f64b-467a-9fb6-589cc0ce61aa" providerId="ADAL" clId="{89D6A03E-8BC3-4F0E-A5A4-111432B6F8C0}" dt="2026-04-17T02:11:18.381" v="897" actId="20577"/>
          <ac:spMkLst>
            <pc:docMk/>
            <pc:sldMk cId="1522942435" sldId="293"/>
            <ac:spMk id="60" creationId="{EFC1B81B-1873-3B05-2C85-A206F70C2475}"/>
          </ac:spMkLst>
        </pc:spChg>
        <pc:spChg chg="del mod">
          <ac:chgData name="Grzybowska, Dorota" userId="2e211e11-f64b-467a-9fb6-589cc0ce61aa" providerId="ADAL" clId="{89D6A03E-8BC3-4F0E-A5A4-111432B6F8C0}" dt="2026-04-17T01:15:10.884" v="487" actId="478"/>
          <ac:spMkLst>
            <pc:docMk/>
            <pc:sldMk cId="1522942435" sldId="293"/>
            <ac:spMk id="61" creationId="{6DF6A4D1-44E9-E82A-2A0D-9558B10B7C2E}"/>
          </ac:spMkLst>
        </pc:spChg>
        <pc:spChg chg="del">
          <ac:chgData name="Grzybowska, Dorota" userId="2e211e11-f64b-467a-9fb6-589cc0ce61aa" providerId="ADAL" clId="{89D6A03E-8BC3-4F0E-A5A4-111432B6F8C0}" dt="2026-04-17T01:15:15.466" v="490" actId="478"/>
          <ac:spMkLst>
            <pc:docMk/>
            <pc:sldMk cId="1522942435" sldId="293"/>
            <ac:spMk id="62" creationId="{7A58958A-FCD9-48A6-C76C-C07937567F92}"/>
          </ac:spMkLst>
        </pc:spChg>
        <pc:spChg chg="del">
          <ac:chgData name="Grzybowska, Dorota" userId="2e211e11-f64b-467a-9fb6-589cc0ce61aa" providerId="ADAL" clId="{89D6A03E-8BC3-4F0E-A5A4-111432B6F8C0}" dt="2026-04-17T01:15:08.629" v="486" actId="478"/>
          <ac:spMkLst>
            <pc:docMk/>
            <pc:sldMk cId="1522942435" sldId="293"/>
            <ac:spMk id="64" creationId="{8DCD124E-51F9-4065-2F7A-31F41C2FD703}"/>
          </ac:spMkLst>
        </pc:spChg>
        <pc:spChg chg="del">
          <ac:chgData name="Grzybowska, Dorota" userId="2e211e11-f64b-467a-9fb6-589cc0ce61aa" providerId="ADAL" clId="{89D6A03E-8BC3-4F0E-A5A4-111432B6F8C0}" dt="2026-04-17T01:15:13.626" v="489" actId="478"/>
          <ac:spMkLst>
            <pc:docMk/>
            <pc:sldMk cId="1522942435" sldId="293"/>
            <ac:spMk id="65" creationId="{AF6829E3-8FCB-85DB-9B3C-46917A9BBF41}"/>
          </ac:spMkLst>
        </pc:spChg>
      </pc:sldChg>
      <pc:sldChg chg="modSp mod">
        <pc:chgData name="Grzybowska, Dorota" userId="2e211e11-f64b-467a-9fb6-589cc0ce61aa" providerId="ADAL" clId="{89D6A03E-8BC3-4F0E-A5A4-111432B6F8C0}" dt="2026-04-17T02:07:03.447" v="869" actId="20577"/>
        <pc:sldMkLst>
          <pc:docMk/>
          <pc:sldMk cId="1460548925" sldId="296"/>
        </pc:sldMkLst>
        <pc:spChg chg="mod">
          <ac:chgData name="Grzybowska, Dorota" userId="2e211e11-f64b-467a-9fb6-589cc0ce61aa" providerId="ADAL" clId="{89D6A03E-8BC3-4F0E-A5A4-111432B6F8C0}" dt="2026-04-17T02:07:03.447" v="869" actId="20577"/>
          <ac:spMkLst>
            <pc:docMk/>
            <pc:sldMk cId="1460548925" sldId="296"/>
            <ac:spMk id="18" creationId="{B31CF931-D01C-ADE8-6210-A5493EF8E8B5}"/>
          </ac:spMkLst>
        </pc:spChg>
      </pc:sldChg>
      <pc:sldChg chg="del">
        <pc:chgData name="Grzybowska, Dorota" userId="2e211e11-f64b-467a-9fb6-589cc0ce61aa" providerId="ADAL" clId="{89D6A03E-8BC3-4F0E-A5A4-111432B6F8C0}" dt="2026-04-17T00:48:59.154" v="150" actId="47"/>
        <pc:sldMkLst>
          <pc:docMk/>
          <pc:sldMk cId="3618319532" sldId="297"/>
        </pc:sldMkLst>
      </pc:sldChg>
      <pc:sldChg chg="del">
        <pc:chgData name="Grzybowska, Dorota" userId="2e211e11-f64b-467a-9fb6-589cc0ce61aa" providerId="ADAL" clId="{89D6A03E-8BC3-4F0E-A5A4-111432B6F8C0}" dt="2026-04-17T00:56:16.554" v="191" actId="47"/>
        <pc:sldMkLst>
          <pc:docMk/>
          <pc:sldMk cId="3924166723" sldId="299"/>
        </pc:sldMkLst>
      </pc:sldChg>
      <pc:sldChg chg="addSp delSp modSp mod">
        <pc:chgData name="Grzybowska, Dorota" userId="2e211e11-f64b-467a-9fb6-589cc0ce61aa" providerId="ADAL" clId="{89D6A03E-8BC3-4F0E-A5A4-111432B6F8C0}" dt="2026-04-17T04:48:40.615" v="940" actId="14861"/>
        <pc:sldMkLst>
          <pc:docMk/>
          <pc:sldMk cId="2333055436" sldId="300"/>
        </pc:sldMkLst>
        <pc:spChg chg="add mod">
          <ac:chgData name="Grzybowska, Dorota" userId="2e211e11-f64b-467a-9fb6-589cc0ce61aa" providerId="ADAL" clId="{89D6A03E-8BC3-4F0E-A5A4-111432B6F8C0}" dt="2026-04-17T04:48:40.615" v="940" actId="14861"/>
          <ac:spMkLst>
            <pc:docMk/>
            <pc:sldMk cId="2333055436" sldId="300"/>
            <ac:spMk id="2" creationId="{3468DCBB-7608-FD9B-F9CA-D029367FA156}"/>
          </ac:spMkLst>
        </pc:spChg>
        <pc:spChg chg="add mod">
          <ac:chgData name="Grzybowska, Dorota" userId="2e211e11-f64b-467a-9fb6-589cc0ce61aa" providerId="ADAL" clId="{89D6A03E-8BC3-4F0E-A5A4-111432B6F8C0}" dt="2026-04-17T04:48:32.775" v="939" actId="14861"/>
          <ac:spMkLst>
            <pc:docMk/>
            <pc:sldMk cId="2333055436" sldId="300"/>
            <ac:spMk id="3" creationId="{61983FBC-CA0F-DA6F-6922-56B90A5B4D2E}"/>
          </ac:spMkLst>
        </pc:spChg>
        <pc:spChg chg="add del mod">
          <ac:chgData name="Grzybowska, Dorota" userId="2e211e11-f64b-467a-9fb6-589cc0ce61aa" providerId="ADAL" clId="{89D6A03E-8BC3-4F0E-A5A4-111432B6F8C0}" dt="2026-04-17T01:47:41.335" v="718" actId="478"/>
          <ac:spMkLst>
            <pc:docMk/>
            <pc:sldMk cId="2333055436" sldId="300"/>
            <ac:spMk id="4" creationId="{969537EF-68E9-0224-09CA-71913589C39E}"/>
          </ac:spMkLst>
        </pc:spChg>
        <pc:spChg chg="add mod">
          <ac:chgData name="Grzybowska, Dorota" userId="2e211e11-f64b-467a-9fb6-589cc0ce61aa" providerId="ADAL" clId="{89D6A03E-8BC3-4F0E-A5A4-111432B6F8C0}" dt="2026-04-17T01:48:59.380" v="739" actId="1076"/>
          <ac:spMkLst>
            <pc:docMk/>
            <pc:sldMk cId="2333055436" sldId="300"/>
            <ac:spMk id="5" creationId="{5CAE057A-5C8C-AEB9-61AC-4DC969635CF7}"/>
          </ac:spMkLst>
        </pc:spChg>
        <pc:spChg chg="mod">
          <ac:chgData name="Grzybowska, Dorota" userId="2e211e11-f64b-467a-9fb6-589cc0ce61aa" providerId="ADAL" clId="{89D6A03E-8BC3-4F0E-A5A4-111432B6F8C0}" dt="2026-04-17T01:45:15.325" v="695" actId="20577"/>
          <ac:spMkLst>
            <pc:docMk/>
            <pc:sldMk cId="2333055436" sldId="300"/>
            <ac:spMk id="10" creationId="{B5B07087-B326-1A06-2055-C0FB4570CE83}"/>
          </ac:spMkLst>
        </pc:spChg>
        <pc:spChg chg="mod">
          <ac:chgData name="Grzybowska, Dorota" userId="2e211e11-f64b-467a-9fb6-589cc0ce61aa" providerId="ADAL" clId="{89D6A03E-8BC3-4F0E-A5A4-111432B6F8C0}" dt="2026-04-17T01:49:24.692" v="743" actId="14100"/>
          <ac:spMkLst>
            <pc:docMk/>
            <pc:sldMk cId="2333055436" sldId="300"/>
            <ac:spMk id="14" creationId="{5D4D8FEE-7EE2-04AF-4EBC-9FD977749E14}"/>
          </ac:spMkLst>
        </pc:spChg>
        <pc:spChg chg="mod">
          <ac:chgData name="Grzybowska, Dorota" userId="2e211e11-f64b-467a-9fb6-589cc0ce61aa" providerId="ADAL" clId="{89D6A03E-8BC3-4F0E-A5A4-111432B6F8C0}" dt="2026-04-17T01:48:15.218" v="723" actId="1076"/>
          <ac:spMkLst>
            <pc:docMk/>
            <pc:sldMk cId="2333055436" sldId="300"/>
            <ac:spMk id="15" creationId="{2E5C0639-B664-2B84-7C53-A5BBFD9968FE}"/>
          </ac:spMkLst>
        </pc:spChg>
        <pc:spChg chg="mod">
          <ac:chgData name="Grzybowska, Dorota" userId="2e211e11-f64b-467a-9fb6-589cc0ce61aa" providerId="ADAL" clId="{89D6A03E-8BC3-4F0E-A5A4-111432B6F8C0}" dt="2026-04-17T01:48:15.218" v="723" actId="1076"/>
          <ac:spMkLst>
            <pc:docMk/>
            <pc:sldMk cId="2333055436" sldId="300"/>
            <ac:spMk id="19" creationId="{8390DFD5-E79F-ECD5-EC75-C648EE903F63}"/>
          </ac:spMkLst>
        </pc:spChg>
        <pc:spChg chg="mod">
          <ac:chgData name="Grzybowska, Dorota" userId="2e211e11-f64b-467a-9fb6-589cc0ce61aa" providerId="ADAL" clId="{89D6A03E-8BC3-4F0E-A5A4-111432B6F8C0}" dt="2026-04-17T01:48:02.070" v="722" actId="1076"/>
          <ac:spMkLst>
            <pc:docMk/>
            <pc:sldMk cId="2333055436" sldId="300"/>
            <ac:spMk id="30" creationId="{9E50ADD2-88A6-DDEC-81B6-913C4060E8C6}"/>
          </ac:spMkLst>
        </pc:spChg>
      </pc:sldChg>
      <pc:sldChg chg="modSp del mod">
        <pc:chgData name="Grzybowska, Dorota" userId="2e211e11-f64b-467a-9fb6-589cc0ce61aa" providerId="ADAL" clId="{89D6A03E-8BC3-4F0E-A5A4-111432B6F8C0}" dt="2026-04-17T00:56:18.830" v="192" actId="47"/>
        <pc:sldMkLst>
          <pc:docMk/>
          <pc:sldMk cId="3442360879" sldId="301"/>
        </pc:sldMkLst>
        <pc:spChg chg="mod">
          <ac:chgData name="Grzybowska, Dorota" userId="2e211e11-f64b-467a-9fb6-589cc0ce61aa" providerId="ADAL" clId="{89D6A03E-8BC3-4F0E-A5A4-111432B6F8C0}" dt="2026-04-17T00:44:10.793" v="19" actId="6549"/>
          <ac:spMkLst>
            <pc:docMk/>
            <pc:sldMk cId="3442360879" sldId="301"/>
            <ac:spMk id="17" creationId="{55A3DFDB-5682-D2E0-8F44-2F6E1066B136}"/>
          </ac:spMkLst>
        </pc:spChg>
      </pc:sldChg>
      <pc:sldChg chg="modSp mod">
        <pc:chgData name="Grzybowska, Dorota" userId="2e211e11-f64b-467a-9fb6-589cc0ce61aa" providerId="ADAL" clId="{89D6A03E-8BC3-4F0E-A5A4-111432B6F8C0}" dt="2026-04-17T02:09:58.231" v="881" actId="20577"/>
        <pc:sldMkLst>
          <pc:docMk/>
          <pc:sldMk cId="783410057" sldId="304"/>
        </pc:sldMkLst>
        <pc:spChg chg="mod">
          <ac:chgData name="Grzybowska, Dorota" userId="2e211e11-f64b-467a-9fb6-589cc0ce61aa" providerId="ADAL" clId="{89D6A03E-8BC3-4F0E-A5A4-111432B6F8C0}" dt="2026-04-17T02:09:58.231" v="881" actId="20577"/>
          <ac:spMkLst>
            <pc:docMk/>
            <pc:sldMk cId="783410057" sldId="304"/>
            <ac:spMk id="9" creationId="{D7BD3900-2A6D-7FE4-C65E-3810D5A0B2EF}"/>
          </ac:spMkLst>
        </pc:spChg>
      </pc:sldChg>
      <pc:sldChg chg="modSp mod ord">
        <pc:chgData name="Grzybowska, Dorota" userId="2e211e11-f64b-467a-9fb6-589cc0ce61aa" providerId="ADAL" clId="{89D6A03E-8BC3-4F0E-A5A4-111432B6F8C0}" dt="2026-04-17T01:00:48.686" v="203" actId="6549"/>
        <pc:sldMkLst>
          <pc:docMk/>
          <pc:sldMk cId="4136960297" sldId="306"/>
        </pc:sldMkLst>
        <pc:spChg chg="mod">
          <ac:chgData name="Grzybowska, Dorota" userId="2e211e11-f64b-467a-9fb6-589cc0ce61aa" providerId="ADAL" clId="{89D6A03E-8BC3-4F0E-A5A4-111432B6F8C0}" dt="2026-04-17T01:00:02.843" v="200" actId="207"/>
          <ac:spMkLst>
            <pc:docMk/>
            <pc:sldMk cId="4136960297" sldId="306"/>
            <ac:spMk id="3" creationId="{7DD3BD26-1D09-4993-FDE6-F31A63921787}"/>
          </ac:spMkLst>
        </pc:spChg>
        <pc:spChg chg="mod">
          <ac:chgData name="Grzybowska, Dorota" userId="2e211e11-f64b-467a-9fb6-589cc0ce61aa" providerId="ADAL" clId="{89D6A03E-8BC3-4F0E-A5A4-111432B6F8C0}" dt="2026-04-17T01:00:48.686" v="203" actId="6549"/>
          <ac:spMkLst>
            <pc:docMk/>
            <pc:sldMk cId="4136960297" sldId="306"/>
            <ac:spMk id="8" creationId="{A429AB61-7E9F-0558-2655-0B4E8A192F6A}"/>
          </ac:spMkLst>
        </pc:spChg>
        <pc:spChg chg="mod">
          <ac:chgData name="Grzybowska, Dorota" userId="2e211e11-f64b-467a-9fb6-589cc0ce61aa" providerId="ADAL" clId="{89D6A03E-8BC3-4F0E-A5A4-111432B6F8C0}" dt="2026-04-17T00:50:43.955" v="162" actId="1076"/>
          <ac:spMkLst>
            <pc:docMk/>
            <pc:sldMk cId="4136960297" sldId="306"/>
            <ac:spMk id="9" creationId="{725F0C17-0752-2636-18D7-299F6133F84E}"/>
          </ac:spMkLst>
        </pc:spChg>
      </pc:sldChg>
      <pc:sldChg chg="modSp mod">
        <pc:chgData name="Grzybowska, Dorota" userId="2e211e11-f64b-467a-9fb6-589cc0ce61aa" providerId="ADAL" clId="{89D6A03E-8BC3-4F0E-A5A4-111432B6F8C0}" dt="2026-04-17T02:12:30.708" v="935" actId="20577"/>
        <pc:sldMkLst>
          <pc:docMk/>
          <pc:sldMk cId="3679364657" sldId="310"/>
        </pc:sldMkLst>
        <pc:spChg chg="mod">
          <ac:chgData name="Grzybowska, Dorota" userId="2e211e11-f64b-467a-9fb6-589cc0ce61aa" providerId="ADAL" clId="{89D6A03E-8BC3-4F0E-A5A4-111432B6F8C0}" dt="2026-04-17T02:11:33.375" v="899" actId="6549"/>
          <ac:spMkLst>
            <pc:docMk/>
            <pc:sldMk cId="3679364657" sldId="310"/>
            <ac:spMk id="26" creationId="{90B4E397-9A47-2BFB-A8F9-B02168F05BCC}"/>
          </ac:spMkLst>
        </pc:spChg>
        <pc:spChg chg="mod">
          <ac:chgData name="Grzybowska, Dorota" userId="2e211e11-f64b-467a-9fb6-589cc0ce61aa" providerId="ADAL" clId="{89D6A03E-8BC3-4F0E-A5A4-111432B6F8C0}" dt="2026-04-17T02:12:30.708" v="935" actId="20577"/>
          <ac:spMkLst>
            <pc:docMk/>
            <pc:sldMk cId="3679364657" sldId="310"/>
            <ac:spMk id="28" creationId="{59F6F24A-A9C2-D706-0C4E-62E01524603F}"/>
          </ac:spMkLst>
        </pc:spChg>
      </pc:sldChg>
      <pc:sldChg chg="modSp add del mod ord">
        <pc:chgData name="Grzybowska, Dorota" userId="2e211e11-f64b-467a-9fb6-589cc0ce61aa" providerId="ADAL" clId="{89D6A03E-8BC3-4F0E-A5A4-111432B6F8C0}" dt="2026-04-17T01:12:51.870" v="397" actId="47"/>
        <pc:sldMkLst>
          <pc:docMk/>
          <pc:sldMk cId="3376249428" sldId="312"/>
        </pc:sldMkLst>
        <pc:spChg chg="mod">
          <ac:chgData name="Grzybowska, Dorota" userId="2e211e11-f64b-467a-9fb6-589cc0ce61aa" providerId="ADAL" clId="{89D6A03E-8BC3-4F0E-A5A4-111432B6F8C0}" dt="2026-04-17T01:00:54.166" v="204" actId="6549"/>
          <ac:spMkLst>
            <pc:docMk/>
            <pc:sldMk cId="3376249428" sldId="312"/>
            <ac:spMk id="8" creationId="{141B0A65-6C33-739F-DD95-4029FA1CB034}"/>
          </ac:spMkLst>
        </pc:spChg>
        <pc:spChg chg="mod">
          <ac:chgData name="Grzybowska, Dorota" userId="2e211e11-f64b-467a-9fb6-589cc0ce61aa" providerId="ADAL" clId="{89D6A03E-8BC3-4F0E-A5A4-111432B6F8C0}" dt="2026-04-17T00:46:40.554" v="86" actId="20577"/>
          <ac:spMkLst>
            <pc:docMk/>
            <pc:sldMk cId="3376249428" sldId="312"/>
            <ac:spMk id="9" creationId="{A24BBB99-8340-2854-F811-16CE0EBFE060}"/>
          </ac:spMkLst>
        </pc:spChg>
      </pc:sldChg>
      <pc:sldChg chg="modSp mod">
        <pc:chgData name="Grzybowska, Dorota" userId="2e211e11-f64b-467a-9fb6-589cc0ce61aa" providerId="ADAL" clId="{89D6A03E-8BC3-4F0E-A5A4-111432B6F8C0}" dt="2026-04-17T01:19:47.264" v="556" actId="20577"/>
        <pc:sldMkLst>
          <pc:docMk/>
          <pc:sldMk cId="1688210871" sldId="2145706664"/>
        </pc:sldMkLst>
        <pc:spChg chg="mod">
          <ac:chgData name="Grzybowska, Dorota" userId="2e211e11-f64b-467a-9fb6-589cc0ce61aa" providerId="ADAL" clId="{89D6A03E-8BC3-4F0E-A5A4-111432B6F8C0}" dt="2026-04-17T01:19:47.264" v="556" actId="20577"/>
          <ac:spMkLst>
            <pc:docMk/>
            <pc:sldMk cId="1688210871" sldId="2145706664"/>
            <ac:spMk id="17" creationId="{855BD70F-3C3F-E7DC-94A7-E40AB92A5C2B}"/>
          </ac:spMkLst>
        </pc:spChg>
      </pc:sldChg>
      <pc:sldChg chg="addSp delSp modSp mod modClrScheme chgLayout">
        <pc:chgData name="Grzybowska, Dorota" userId="2e211e11-f64b-467a-9fb6-589cc0ce61aa" providerId="ADAL" clId="{89D6A03E-8BC3-4F0E-A5A4-111432B6F8C0}" dt="2026-04-17T04:53:27.896" v="961" actId="20577"/>
        <pc:sldMkLst>
          <pc:docMk/>
          <pc:sldMk cId="3453495667" sldId="2145706666"/>
        </pc:sldMkLst>
        <pc:spChg chg="add del mod">
          <ac:chgData name="Grzybowska, Dorota" userId="2e211e11-f64b-467a-9fb6-589cc0ce61aa" providerId="ADAL" clId="{89D6A03E-8BC3-4F0E-A5A4-111432B6F8C0}" dt="2026-04-17T04:53:27.896" v="961" actId="20577"/>
          <ac:spMkLst>
            <pc:docMk/>
            <pc:sldMk cId="3453495667" sldId="2145706666"/>
            <ac:spMk id="3" creationId="{780078E5-604B-E200-9600-8B21DC669711}"/>
          </ac:spMkLst>
        </pc:spChg>
        <pc:spChg chg="mod ord">
          <ac:chgData name="Grzybowska, Dorota" userId="2e211e11-f64b-467a-9fb6-589cc0ce61aa" providerId="ADAL" clId="{89D6A03E-8BC3-4F0E-A5A4-111432B6F8C0}" dt="2026-04-17T00:53:45.171" v="182" actId="26606"/>
          <ac:spMkLst>
            <pc:docMk/>
            <pc:sldMk cId="3453495667" sldId="2145706666"/>
            <ac:spMk id="8" creationId="{3820F543-3363-300C-E985-B3BDB20A478E}"/>
          </ac:spMkLst>
        </pc:spChg>
        <pc:spChg chg="mod">
          <ac:chgData name="Grzybowska, Dorota" userId="2e211e11-f64b-467a-9fb6-589cc0ce61aa" providerId="ADAL" clId="{89D6A03E-8BC3-4F0E-A5A4-111432B6F8C0}" dt="2026-04-17T00:53:45.171" v="182" actId="26606"/>
          <ac:spMkLst>
            <pc:docMk/>
            <pc:sldMk cId="3453495667" sldId="2145706666"/>
            <ac:spMk id="72" creationId="{D5C824C4-F964-A0FC-85D4-3D6D2CE4DCF4}"/>
          </ac:spMkLst>
        </pc:spChg>
        <pc:spChg chg="mod">
          <ac:chgData name="Grzybowska, Dorota" userId="2e211e11-f64b-467a-9fb6-589cc0ce61aa" providerId="ADAL" clId="{89D6A03E-8BC3-4F0E-A5A4-111432B6F8C0}" dt="2026-04-17T00:53:45.171" v="182" actId="26606"/>
          <ac:spMkLst>
            <pc:docMk/>
            <pc:sldMk cId="3453495667" sldId="2145706666"/>
            <ac:spMk id="73" creationId="{9816BA02-9AC5-8A3F-BFF2-E70819102876}"/>
          </ac:spMkLst>
        </pc:spChg>
        <pc:spChg chg="mod">
          <ac:chgData name="Grzybowska, Dorota" userId="2e211e11-f64b-467a-9fb6-589cc0ce61aa" providerId="ADAL" clId="{89D6A03E-8BC3-4F0E-A5A4-111432B6F8C0}" dt="2026-04-17T00:53:45.171" v="182" actId="26606"/>
          <ac:spMkLst>
            <pc:docMk/>
            <pc:sldMk cId="3453495667" sldId="2145706666"/>
            <ac:spMk id="74" creationId="{3CFCA5EA-6B3A-96C4-B282-A97F9122D1C8}"/>
          </ac:spMkLst>
        </pc:spChg>
        <pc:spChg chg="add del mod">
          <ac:chgData name="Grzybowska, Dorota" userId="2e211e11-f64b-467a-9fb6-589cc0ce61aa" providerId="ADAL" clId="{89D6A03E-8BC3-4F0E-A5A4-111432B6F8C0}" dt="2026-04-17T00:51:20.675" v="165" actId="26606"/>
          <ac:spMkLst>
            <pc:docMk/>
            <pc:sldMk cId="3453495667" sldId="2145706666"/>
            <ac:spMk id="80" creationId="{9C5AD63D-CA31-B7B8-2649-98CAA7CB43EB}"/>
          </ac:spMkLst>
        </pc:spChg>
        <pc:spChg chg="add del mod">
          <ac:chgData name="Grzybowska, Dorota" userId="2e211e11-f64b-467a-9fb6-589cc0ce61aa" providerId="ADAL" clId="{89D6A03E-8BC3-4F0E-A5A4-111432B6F8C0}" dt="2026-04-17T00:51:20.675" v="165" actId="26606"/>
          <ac:spMkLst>
            <pc:docMk/>
            <pc:sldMk cId="3453495667" sldId="2145706666"/>
            <ac:spMk id="82" creationId="{EEE33702-14B2-17A3-6EC0-92D58B01BCCB}"/>
          </ac:spMkLst>
        </pc:spChg>
        <pc:spChg chg="add del mod">
          <ac:chgData name="Grzybowska, Dorota" userId="2e211e11-f64b-467a-9fb6-589cc0ce61aa" providerId="ADAL" clId="{89D6A03E-8BC3-4F0E-A5A4-111432B6F8C0}" dt="2026-04-17T00:51:27.219" v="167" actId="26606"/>
          <ac:spMkLst>
            <pc:docMk/>
            <pc:sldMk cId="3453495667" sldId="2145706666"/>
            <ac:spMk id="84" creationId="{4945A55C-6292-1DF9-2A8D-270E68061F8D}"/>
          </ac:spMkLst>
        </pc:spChg>
        <pc:spChg chg="add del mod">
          <ac:chgData name="Grzybowska, Dorota" userId="2e211e11-f64b-467a-9fb6-589cc0ce61aa" providerId="ADAL" clId="{89D6A03E-8BC3-4F0E-A5A4-111432B6F8C0}" dt="2026-04-17T00:51:27.219" v="167" actId="26606"/>
          <ac:spMkLst>
            <pc:docMk/>
            <pc:sldMk cId="3453495667" sldId="2145706666"/>
            <ac:spMk id="85" creationId="{E97E13A4-86A7-CC67-BFF7-E75EDA5108B8}"/>
          </ac:spMkLst>
        </pc:spChg>
        <pc:spChg chg="add del mod">
          <ac:chgData name="Grzybowska, Dorota" userId="2e211e11-f64b-467a-9fb6-589cc0ce61aa" providerId="ADAL" clId="{89D6A03E-8BC3-4F0E-A5A4-111432B6F8C0}" dt="2026-04-17T00:51:27.219" v="167" actId="26606"/>
          <ac:spMkLst>
            <pc:docMk/>
            <pc:sldMk cId="3453495667" sldId="2145706666"/>
            <ac:spMk id="86" creationId="{C09F1020-3A29-47AE-B430-FB3EAB9BBB82}"/>
          </ac:spMkLst>
        </pc:spChg>
        <pc:spChg chg="add del mod">
          <ac:chgData name="Grzybowska, Dorota" userId="2e211e11-f64b-467a-9fb6-589cc0ce61aa" providerId="ADAL" clId="{89D6A03E-8BC3-4F0E-A5A4-111432B6F8C0}" dt="2026-04-17T00:51:33.450" v="169" actId="26606"/>
          <ac:spMkLst>
            <pc:docMk/>
            <pc:sldMk cId="3453495667" sldId="2145706666"/>
            <ac:spMk id="89" creationId="{175D308B-1BE3-5B82-71F8-28DCCD22CC3F}"/>
          </ac:spMkLst>
        </pc:spChg>
        <pc:spChg chg="add del mod">
          <ac:chgData name="Grzybowska, Dorota" userId="2e211e11-f64b-467a-9fb6-589cc0ce61aa" providerId="ADAL" clId="{89D6A03E-8BC3-4F0E-A5A4-111432B6F8C0}" dt="2026-04-17T00:51:33.450" v="169" actId="26606"/>
          <ac:spMkLst>
            <pc:docMk/>
            <pc:sldMk cId="3453495667" sldId="2145706666"/>
            <ac:spMk id="90" creationId="{85D5D118-BB69-BCB2-A1DD-74FA46FDCE6B}"/>
          </ac:spMkLst>
        </pc:spChg>
        <pc:spChg chg="add del mod">
          <ac:chgData name="Grzybowska, Dorota" userId="2e211e11-f64b-467a-9fb6-589cc0ce61aa" providerId="ADAL" clId="{89D6A03E-8BC3-4F0E-A5A4-111432B6F8C0}" dt="2026-04-17T00:51:33.450" v="169" actId="26606"/>
          <ac:spMkLst>
            <pc:docMk/>
            <pc:sldMk cId="3453495667" sldId="2145706666"/>
            <ac:spMk id="91" creationId="{AD6840F6-3E7E-FBB5-58B0-11F6F0DAC1A9}"/>
          </ac:spMkLst>
        </pc:spChg>
        <pc:spChg chg="add del mod">
          <ac:chgData name="Grzybowska, Dorota" userId="2e211e11-f64b-467a-9fb6-589cc0ce61aa" providerId="ADAL" clId="{89D6A03E-8BC3-4F0E-A5A4-111432B6F8C0}" dt="2026-04-17T00:53:45.171" v="182" actId="26606"/>
          <ac:spMkLst>
            <pc:docMk/>
            <pc:sldMk cId="3453495667" sldId="2145706666"/>
            <ac:spMk id="94" creationId="{9C5AD63D-CA31-B7B8-2649-98CAA7CB43EB}"/>
          </ac:spMkLst>
        </pc:spChg>
        <pc:spChg chg="add del mod">
          <ac:chgData name="Grzybowska, Dorota" userId="2e211e11-f64b-467a-9fb6-589cc0ce61aa" providerId="ADAL" clId="{89D6A03E-8BC3-4F0E-A5A4-111432B6F8C0}" dt="2026-04-17T00:53:45.171" v="182" actId="26606"/>
          <ac:spMkLst>
            <pc:docMk/>
            <pc:sldMk cId="3453495667" sldId="2145706666"/>
            <ac:spMk id="95" creationId="{EEE33702-14B2-17A3-6EC0-92D58B01BCCB}"/>
          </ac:spMkLst>
        </pc:spChg>
        <pc:spChg chg="add del">
          <ac:chgData name="Grzybowska, Dorota" userId="2e211e11-f64b-467a-9fb6-589cc0ce61aa" providerId="ADAL" clId="{89D6A03E-8BC3-4F0E-A5A4-111432B6F8C0}" dt="2026-04-17T00:53:21.430" v="174" actId="26606"/>
          <ac:spMkLst>
            <pc:docMk/>
            <pc:sldMk cId="3453495667" sldId="2145706666"/>
            <ac:spMk id="101" creationId="{3A4B1AA1-3E53-A3EB-F5C1-5487E2B2215D}"/>
          </ac:spMkLst>
        </pc:spChg>
        <pc:spChg chg="add del">
          <ac:chgData name="Grzybowska, Dorota" userId="2e211e11-f64b-467a-9fb6-589cc0ce61aa" providerId="ADAL" clId="{89D6A03E-8BC3-4F0E-A5A4-111432B6F8C0}" dt="2026-04-17T00:53:21.430" v="174" actId="26606"/>
          <ac:spMkLst>
            <pc:docMk/>
            <pc:sldMk cId="3453495667" sldId="2145706666"/>
            <ac:spMk id="103" creationId="{CBE1777D-AD0B-F685-0F47-AE4A7A9311D0}"/>
          </ac:spMkLst>
        </pc:spChg>
        <pc:spChg chg="add del mod">
          <ac:chgData name="Grzybowska, Dorota" userId="2e211e11-f64b-467a-9fb6-589cc0ce61aa" providerId="ADAL" clId="{89D6A03E-8BC3-4F0E-A5A4-111432B6F8C0}" dt="2026-04-17T00:53:26.971" v="176" actId="26606"/>
          <ac:spMkLst>
            <pc:docMk/>
            <pc:sldMk cId="3453495667" sldId="2145706666"/>
            <ac:spMk id="105" creationId="{7FA82A3C-C7AF-C8D9-C2E5-E4E9EFE13DB7}"/>
          </ac:spMkLst>
        </pc:spChg>
        <pc:spChg chg="add del mod">
          <ac:chgData name="Grzybowska, Dorota" userId="2e211e11-f64b-467a-9fb6-589cc0ce61aa" providerId="ADAL" clId="{89D6A03E-8BC3-4F0E-A5A4-111432B6F8C0}" dt="2026-04-17T00:53:32.496" v="178" actId="26606"/>
          <ac:spMkLst>
            <pc:docMk/>
            <pc:sldMk cId="3453495667" sldId="2145706666"/>
            <ac:spMk id="107" creationId="{6105DDB6-E437-108F-10D6-2784B8D1C9A1}"/>
          </ac:spMkLst>
        </pc:spChg>
        <pc:spChg chg="add del mod">
          <ac:chgData name="Grzybowska, Dorota" userId="2e211e11-f64b-467a-9fb6-589cc0ce61aa" providerId="ADAL" clId="{89D6A03E-8BC3-4F0E-A5A4-111432B6F8C0}" dt="2026-04-17T00:53:32.496" v="178" actId="26606"/>
          <ac:spMkLst>
            <pc:docMk/>
            <pc:sldMk cId="3453495667" sldId="2145706666"/>
            <ac:spMk id="108" creationId="{7C9A188C-7488-9CC1-0B4B-352183B8AF21}"/>
          </ac:spMkLst>
        </pc:spChg>
        <pc:spChg chg="add del mod">
          <ac:chgData name="Grzybowska, Dorota" userId="2e211e11-f64b-467a-9fb6-589cc0ce61aa" providerId="ADAL" clId="{89D6A03E-8BC3-4F0E-A5A4-111432B6F8C0}" dt="2026-04-17T00:53:44.673" v="180" actId="26606"/>
          <ac:spMkLst>
            <pc:docMk/>
            <pc:sldMk cId="3453495667" sldId="2145706666"/>
            <ac:spMk id="110" creationId="{7FA82A3C-C7AF-C8D9-C2E5-E4E9EFE13DB7}"/>
          </ac:spMkLst>
        </pc:spChg>
        <pc:graphicFrameChg chg="add del mod">
          <ac:chgData name="Grzybowska, Dorota" userId="2e211e11-f64b-467a-9fb6-589cc0ce61aa" providerId="ADAL" clId="{89D6A03E-8BC3-4F0E-A5A4-111432B6F8C0}" dt="2026-04-17T00:51:20.675" v="165" actId="26606"/>
          <ac:graphicFrameMkLst>
            <pc:docMk/>
            <pc:sldMk cId="3453495667" sldId="2145706666"/>
            <ac:graphicFrameMk id="76" creationId="{A0F070DA-E8E0-8EBF-B591-9910F49FF013}"/>
          </ac:graphicFrameMkLst>
        </pc:graphicFrameChg>
        <pc:graphicFrameChg chg="add del mod">
          <ac:chgData name="Grzybowska, Dorota" userId="2e211e11-f64b-467a-9fb6-589cc0ce61aa" providerId="ADAL" clId="{89D6A03E-8BC3-4F0E-A5A4-111432B6F8C0}" dt="2026-04-17T00:51:27.219" v="167" actId="26606"/>
          <ac:graphicFrameMkLst>
            <pc:docMk/>
            <pc:sldMk cId="3453495667" sldId="2145706666"/>
            <ac:graphicFrameMk id="87" creationId="{C1EDC833-CD6F-3B48-58E5-922B3FC21F9E}"/>
          </ac:graphicFrameMkLst>
        </pc:graphicFrameChg>
        <pc:graphicFrameChg chg="add del mod">
          <ac:chgData name="Grzybowska, Dorota" userId="2e211e11-f64b-467a-9fb6-589cc0ce61aa" providerId="ADAL" clId="{89D6A03E-8BC3-4F0E-A5A4-111432B6F8C0}" dt="2026-04-17T00:51:33.450" v="169" actId="26606"/>
          <ac:graphicFrameMkLst>
            <pc:docMk/>
            <pc:sldMk cId="3453495667" sldId="2145706666"/>
            <ac:graphicFrameMk id="92" creationId="{870E1D4C-ED83-F1D4-DBF6-9791EDCC3106}"/>
          </ac:graphicFrameMkLst>
        </pc:graphicFrameChg>
        <pc:graphicFrameChg chg="add del mod modGraphic">
          <ac:chgData name="Grzybowska, Dorota" userId="2e211e11-f64b-467a-9fb6-589cc0ce61aa" providerId="ADAL" clId="{89D6A03E-8BC3-4F0E-A5A4-111432B6F8C0}" dt="2026-04-17T00:53:45.171" v="182" actId="26606"/>
          <ac:graphicFrameMkLst>
            <pc:docMk/>
            <pc:sldMk cId="3453495667" sldId="2145706666"/>
            <ac:graphicFrameMk id="96" creationId="{A0F070DA-E8E0-8EBF-B591-9910F49FF013}"/>
          </ac:graphicFrameMkLst>
        </pc:graphicFrameChg>
        <pc:picChg chg="add mod">
          <ac:chgData name="Grzybowska, Dorota" userId="2e211e11-f64b-467a-9fb6-589cc0ce61aa" providerId="ADAL" clId="{89D6A03E-8BC3-4F0E-A5A4-111432B6F8C0}" dt="2026-04-17T01:56:44.132" v="775" actId="1076"/>
          <ac:picMkLst>
            <pc:docMk/>
            <pc:sldMk cId="3453495667" sldId="2145706666"/>
            <ac:picMk id="11" creationId="{1FB41255-9025-14A4-D673-88A429EB8F80}"/>
          </ac:picMkLst>
        </pc:picChg>
        <pc:picChg chg="add mod">
          <ac:chgData name="Grzybowska, Dorota" userId="2e211e11-f64b-467a-9fb6-589cc0ce61aa" providerId="ADAL" clId="{89D6A03E-8BC3-4F0E-A5A4-111432B6F8C0}" dt="2026-04-17T01:56:41.842" v="774" actId="1076"/>
          <ac:picMkLst>
            <pc:docMk/>
            <pc:sldMk cId="3453495667" sldId="2145706666"/>
            <ac:picMk id="13" creationId="{BDD2F7FC-A0FB-8E3A-F2C7-2209BCD49DA2}"/>
          </ac:picMkLst>
        </pc:picChg>
        <pc:picChg chg="add del">
          <ac:chgData name="Grzybowska, Dorota" userId="2e211e11-f64b-467a-9fb6-589cc0ce61aa" providerId="ADAL" clId="{89D6A03E-8BC3-4F0E-A5A4-111432B6F8C0}" dt="2026-04-17T01:56:28.779" v="770" actId="22"/>
          <ac:picMkLst>
            <pc:docMk/>
            <pc:sldMk cId="3453495667" sldId="2145706666"/>
            <ac:picMk id="16" creationId="{12AEA718-3EDE-59F7-C9BF-DCFC281F0801}"/>
          </ac:picMkLst>
        </pc:picChg>
        <pc:picChg chg="add mod">
          <ac:chgData name="Grzybowska, Dorota" userId="2e211e11-f64b-467a-9fb6-589cc0ce61aa" providerId="ADAL" clId="{89D6A03E-8BC3-4F0E-A5A4-111432B6F8C0}" dt="2026-04-17T02:14:37.958" v="937" actId="1076"/>
          <ac:picMkLst>
            <pc:docMk/>
            <pc:sldMk cId="3453495667" sldId="2145706666"/>
            <ac:picMk id="17" creationId="{BBF016F2-D88B-12A5-0C6F-13AF43959489}"/>
          </ac:picMkLst>
        </pc:picChg>
        <pc:picChg chg="add del mod">
          <ac:chgData name="Grzybowska, Dorota" userId="2e211e11-f64b-467a-9fb6-589cc0ce61aa" providerId="ADAL" clId="{89D6A03E-8BC3-4F0E-A5A4-111432B6F8C0}" dt="2026-04-17T02:02:33.742" v="810" actId="478"/>
          <ac:picMkLst>
            <pc:docMk/>
            <pc:sldMk cId="3453495667" sldId="2145706666"/>
            <ac:picMk id="19" creationId="{70623D03-E553-8403-A50C-9D6CAF175F21}"/>
          </ac:picMkLst>
        </pc:picChg>
        <pc:picChg chg="add del mod">
          <ac:chgData name="Grzybowska, Dorota" userId="2e211e11-f64b-467a-9fb6-589cc0ce61aa" providerId="ADAL" clId="{89D6A03E-8BC3-4F0E-A5A4-111432B6F8C0}" dt="2026-04-17T01:59:13.574" v="792" actId="478"/>
          <ac:picMkLst>
            <pc:docMk/>
            <pc:sldMk cId="3453495667" sldId="2145706666"/>
            <ac:picMk id="21" creationId="{7665F6D3-8008-D2B2-FFD0-E83B93A1BC77}"/>
          </ac:picMkLst>
        </pc:picChg>
        <pc:picChg chg="add mod">
          <ac:chgData name="Grzybowska, Dorota" userId="2e211e11-f64b-467a-9fb6-589cc0ce61aa" providerId="ADAL" clId="{89D6A03E-8BC3-4F0E-A5A4-111432B6F8C0}" dt="2026-04-17T01:59:58.628" v="801" actId="1076"/>
          <ac:picMkLst>
            <pc:docMk/>
            <pc:sldMk cId="3453495667" sldId="2145706666"/>
            <ac:picMk id="23" creationId="{738C5F3D-DC38-CA64-9E5A-81D99D8ABF2F}"/>
          </ac:picMkLst>
        </pc:picChg>
        <pc:picChg chg="add mod">
          <ac:chgData name="Grzybowska, Dorota" userId="2e211e11-f64b-467a-9fb6-589cc0ce61aa" providerId="ADAL" clId="{89D6A03E-8BC3-4F0E-A5A4-111432B6F8C0}" dt="2026-04-17T02:14:35.734" v="936" actId="1076"/>
          <ac:picMkLst>
            <pc:docMk/>
            <pc:sldMk cId="3453495667" sldId="2145706666"/>
            <ac:picMk id="24" creationId="{9765FF56-3212-925E-4FF5-6018B44F34AE}"/>
          </ac:picMkLst>
        </pc:picChg>
      </pc:sldChg>
      <pc:sldChg chg="addSp delSp modSp mod">
        <pc:chgData name="Grzybowska, Dorota" userId="2e211e11-f64b-467a-9fb6-589cc0ce61aa" providerId="ADAL" clId="{89D6A03E-8BC3-4F0E-A5A4-111432B6F8C0}" dt="2026-04-17T02:05:46.903" v="864" actId="6549"/>
        <pc:sldMkLst>
          <pc:docMk/>
          <pc:sldMk cId="3274404059" sldId="2145706667"/>
        </pc:sldMkLst>
        <pc:spChg chg="add mod">
          <ac:chgData name="Grzybowska, Dorota" userId="2e211e11-f64b-467a-9fb6-589cc0ce61aa" providerId="ADAL" clId="{89D6A03E-8BC3-4F0E-A5A4-111432B6F8C0}" dt="2026-04-17T01:01:29.203" v="205"/>
          <ac:spMkLst>
            <pc:docMk/>
            <pc:sldMk cId="3274404059" sldId="2145706667"/>
            <ac:spMk id="5" creationId="{375D7B34-A747-27B8-3FBD-50CD7BF76A47}"/>
          </ac:spMkLst>
        </pc:spChg>
        <pc:spChg chg="add mod">
          <ac:chgData name="Grzybowska, Dorota" userId="2e211e11-f64b-467a-9fb6-589cc0ce61aa" providerId="ADAL" clId="{89D6A03E-8BC3-4F0E-A5A4-111432B6F8C0}" dt="2026-04-17T01:01:29.203" v="205"/>
          <ac:spMkLst>
            <pc:docMk/>
            <pc:sldMk cId="3274404059" sldId="2145706667"/>
            <ac:spMk id="6" creationId="{5D51631C-D07F-A724-5E4D-6D7165D0D24E}"/>
          </ac:spMkLst>
        </pc:spChg>
        <pc:spChg chg="add mod">
          <ac:chgData name="Grzybowska, Dorota" userId="2e211e11-f64b-467a-9fb6-589cc0ce61aa" providerId="ADAL" clId="{89D6A03E-8BC3-4F0E-A5A4-111432B6F8C0}" dt="2026-04-17T01:01:29.203" v="205"/>
          <ac:spMkLst>
            <pc:docMk/>
            <pc:sldMk cId="3274404059" sldId="2145706667"/>
            <ac:spMk id="7" creationId="{9086F5B2-757A-CB6F-3525-E72079236B9B}"/>
          </ac:spMkLst>
        </pc:spChg>
        <pc:spChg chg="mod">
          <ac:chgData name="Grzybowska, Dorota" userId="2e211e11-f64b-467a-9fb6-589cc0ce61aa" providerId="ADAL" clId="{89D6A03E-8BC3-4F0E-A5A4-111432B6F8C0}" dt="2026-04-17T00:56:44.843" v="193" actId="20577"/>
          <ac:spMkLst>
            <pc:docMk/>
            <pc:sldMk cId="3274404059" sldId="2145706667"/>
            <ac:spMk id="8" creationId="{453A6350-239F-1A34-520E-DF75B332114A}"/>
          </ac:spMkLst>
        </pc:spChg>
        <pc:spChg chg="del mod">
          <ac:chgData name="Grzybowska, Dorota" userId="2e211e11-f64b-467a-9fb6-589cc0ce61aa" providerId="ADAL" clId="{89D6A03E-8BC3-4F0E-A5A4-111432B6F8C0}" dt="2026-04-17T01:01:54.175" v="211" actId="478"/>
          <ac:spMkLst>
            <pc:docMk/>
            <pc:sldMk cId="3274404059" sldId="2145706667"/>
            <ac:spMk id="9" creationId="{120E6E9B-E2E5-CF3C-EC76-F58F2E60663D}"/>
          </ac:spMkLst>
        </pc:spChg>
        <pc:spChg chg="add mod">
          <ac:chgData name="Grzybowska, Dorota" userId="2e211e11-f64b-467a-9fb6-589cc0ce61aa" providerId="ADAL" clId="{89D6A03E-8BC3-4F0E-A5A4-111432B6F8C0}" dt="2026-04-17T01:01:58.442" v="212" actId="1076"/>
          <ac:spMkLst>
            <pc:docMk/>
            <pc:sldMk cId="3274404059" sldId="2145706667"/>
            <ac:spMk id="11" creationId="{41D788EC-1115-9AC6-416F-5AD4F1FE7F95}"/>
          </ac:spMkLst>
        </pc:spChg>
        <pc:spChg chg="add mod">
          <ac:chgData name="Grzybowska, Dorota" userId="2e211e11-f64b-467a-9fb6-589cc0ce61aa" providerId="ADAL" clId="{89D6A03E-8BC3-4F0E-A5A4-111432B6F8C0}" dt="2026-04-17T02:05:28.495" v="863" actId="20577"/>
          <ac:spMkLst>
            <pc:docMk/>
            <pc:sldMk cId="3274404059" sldId="2145706667"/>
            <ac:spMk id="12" creationId="{1837AF13-FCF6-CE00-6966-75031CF5A8F1}"/>
          </ac:spMkLst>
        </pc:spChg>
        <pc:spChg chg="add mod">
          <ac:chgData name="Grzybowska, Dorota" userId="2e211e11-f64b-467a-9fb6-589cc0ce61aa" providerId="ADAL" clId="{89D6A03E-8BC3-4F0E-A5A4-111432B6F8C0}" dt="2026-04-17T02:05:46.903" v="864" actId="6549"/>
          <ac:spMkLst>
            <pc:docMk/>
            <pc:sldMk cId="3274404059" sldId="2145706667"/>
            <ac:spMk id="13" creationId="{7A4A3A60-34D2-DC46-1C0B-8746A52E8DA9}"/>
          </ac:spMkLst>
        </pc:spChg>
        <pc:spChg chg="del">
          <ac:chgData name="Grzybowska, Dorota" userId="2e211e11-f64b-467a-9fb6-589cc0ce61aa" providerId="ADAL" clId="{89D6A03E-8BC3-4F0E-A5A4-111432B6F8C0}" dt="2026-04-17T01:01:43.577" v="209" actId="478"/>
          <ac:spMkLst>
            <pc:docMk/>
            <pc:sldMk cId="3274404059" sldId="2145706667"/>
            <ac:spMk id="15" creationId="{645653A5-4C98-ED2E-8611-3B1B825B4B43}"/>
          </ac:spMkLst>
        </pc:spChg>
      </pc:sldChg>
      <pc:sldChg chg="modSp add mod ord">
        <pc:chgData name="Grzybowska, Dorota" userId="2e211e11-f64b-467a-9fb6-589cc0ce61aa" providerId="ADAL" clId="{89D6A03E-8BC3-4F0E-A5A4-111432B6F8C0}" dt="2026-04-17T02:10:51.276" v="884" actId="20577"/>
        <pc:sldMkLst>
          <pc:docMk/>
          <pc:sldMk cId="2792844366" sldId="2145706668"/>
        </pc:sldMkLst>
        <pc:spChg chg="mod">
          <ac:chgData name="Grzybowska, Dorota" userId="2e211e11-f64b-467a-9fb6-589cc0ce61aa" providerId="ADAL" clId="{89D6A03E-8BC3-4F0E-A5A4-111432B6F8C0}" dt="2026-04-17T02:10:51.276" v="884" actId="20577"/>
          <ac:spMkLst>
            <pc:docMk/>
            <pc:sldMk cId="2792844366" sldId="2145706668"/>
            <ac:spMk id="17" creationId="{FEBAD41F-C43B-DB77-BCF6-1CCE75E3DD72}"/>
          </ac:spMkLst>
        </pc:spChg>
      </pc:sldChg>
      <pc:sldChg chg="addSp modSp add del mod modTransition modClrScheme chgLayout">
        <pc:chgData name="Grzybowska, Dorota" userId="2e211e11-f64b-467a-9fb6-589cc0ce61aa" providerId="ADAL" clId="{89D6A03E-8BC3-4F0E-A5A4-111432B6F8C0}" dt="2026-04-17T00:55:47.854" v="190" actId="47"/>
        <pc:sldMkLst>
          <pc:docMk/>
          <pc:sldMk cId="414921475" sldId="2145706669"/>
        </pc:sldMkLst>
        <pc:spChg chg="mod">
          <ac:chgData name="Grzybowska, Dorota" userId="2e211e11-f64b-467a-9fb6-589cc0ce61aa" providerId="ADAL" clId="{89D6A03E-8BC3-4F0E-A5A4-111432B6F8C0}" dt="2026-04-17T00:55:09.340" v="189" actId="48537"/>
          <ac:spMkLst>
            <pc:docMk/>
            <pc:sldMk cId="414921475" sldId="2145706669"/>
            <ac:spMk id="2" creationId="{3B662111-23F7-095A-4407-6CBB622385AE}"/>
          </ac:spMkLst>
        </pc:spChg>
        <pc:spChg chg="mod">
          <ac:chgData name="Grzybowska, Dorota" userId="2e211e11-f64b-467a-9fb6-589cc0ce61aa" providerId="ADAL" clId="{89D6A03E-8BC3-4F0E-A5A4-111432B6F8C0}" dt="2026-04-17T00:55:09.340" v="189" actId="48537"/>
          <ac:spMkLst>
            <pc:docMk/>
            <pc:sldMk cId="414921475" sldId="2145706669"/>
            <ac:spMk id="3" creationId="{7D066A40-0884-C75C-3081-A575D9BDF8E1}"/>
          </ac:spMkLst>
        </pc:spChg>
        <pc:spChg chg="mod">
          <ac:chgData name="Grzybowska, Dorota" userId="2e211e11-f64b-467a-9fb6-589cc0ce61aa" providerId="ADAL" clId="{89D6A03E-8BC3-4F0E-A5A4-111432B6F8C0}" dt="2026-04-17T00:55:09.340" v="189" actId="48537"/>
          <ac:spMkLst>
            <pc:docMk/>
            <pc:sldMk cId="414921475" sldId="2145706669"/>
            <ac:spMk id="4" creationId="{CBE7D0BE-2997-6384-8EA5-677CE53425BA}"/>
          </ac:spMkLst>
        </pc:spChg>
        <pc:spChg chg="mod">
          <ac:chgData name="Grzybowska, Dorota" userId="2e211e11-f64b-467a-9fb6-589cc0ce61aa" providerId="ADAL" clId="{89D6A03E-8BC3-4F0E-A5A4-111432B6F8C0}" dt="2026-04-17T00:55:09.340" v="189" actId="48537"/>
          <ac:spMkLst>
            <pc:docMk/>
            <pc:sldMk cId="414921475" sldId="2145706669"/>
            <ac:spMk id="8" creationId="{0BD486CB-9281-C17E-F94D-4F0900FEF4E1}"/>
          </ac:spMkLst>
        </pc:spChg>
        <pc:spChg chg="mod">
          <ac:chgData name="Grzybowska, Dorota" userId="2e211e11-f64b-467a-9fb6-589cc0ce61aa" providerId="ADAL" clId="{89D6A03E-8BC3-4F0E-A5A4-111432B6F8C0}" dt="2026-04-17T00:55:09.340" v="189" actId="48537"/>
          <ac:spMkLst>
            <pc:docMk/>
            <pc:sldMk cId="414921475" sldId="2145706669"/>
            <ac:spMk id="9" creationId="{BB8134C2-141D-0999-4D63-03690F6FD4EE}"/>
          </ac:spMkLst>
        </pc:spChg>
        <pc:spChg chg="add mod">
          <ac:chgData name="Grzybowska, Dorota" userId="2e211e11-f64b-467a-9fb6-589cc0ce61aa" providerId="ADAL" clId="{89D6A03E-8BC3-4F0E-A5A4-111432B6F8C0}" dt="2026-04-17T00:55:09.340" v="189" actId="48537"/>
          <ac:spMkLst>
            <pc:docMk/>
            <pc:sldMk cId="414921475" sldId="2145706669"/>
            <ac:spMk id="15" creationId="{D5068EE8-25ED-34E3-46BE-0E616877AA7A}"/>
          </ac:spMkLst>
        </pc:spChg>
        <pc:picChg chg="mod ord">
          <ac:chgData name="Grzybowska, Dorota" userId="2e211e11-f64b-467a-9fb6-589cc0ce61aa" providerId="ADAL" clId="{89D6A03E-8BC3-4F0E-A5A4-111432B6F8C0}" dt="2026-04-17T00:55:09.340" v="189" actId="48537"/>
          <ac:picMkLst>
            <pc:docMk/>
            <pc:sldMk cId="414921475" sldId="2145706669"/>
            <ac:picMk id="10" creationId="{0B23D524-F7CD-41E7-95CC-7C332A1889CE}"/>
          </ac:picMkLst>
        </pc:picChg>
      </pc:sldChg>
      <pc:sldChg chg="addSp modSp add del mod modTransition modClrScheme chgLayout">
        <pc:chgData name="Grzybowska, Dorota" userId="2e211e11-f64b-467a-9fb6-589cc0ce61aa" providerId="ADAL" clId="{89D6A03E-8BC3-4F0E-A5A4-111432B6F8C0}" dt="2026-04-17T00:59:53.231" v="199" actId="2696"/>
        <pc:sldMkLst>
          <pc:docMk/>
          <pc:sldMk cId="1926419868" sldId="2145706669"/>
        </pc:sldMkLst>
        <pc:spChg chg="mod">
          <ac:chgData name="Grzybowska, Dorota" userId="2e211e11-f64b-467a-9fb6-589cc0ce61aa" providerId="ADAL" clId="{89D6A03E-8BC3-4F0E-A5A4-111432B6F8C0}" dt="2026-04-17T00:59:39.795" v="198" actId="48537"/>
          <ac:spMkLst>
            <pc:docMk/>
            <pc:sldMk cId="1926419868" sldId="2145706669"/>
            <ac:spMk id="2" creationId="{43CB3A18-4686-14AE-BC38-B0B1F1734665}"/>
          </ac:spMkLst>
        </pc:spChg>
        <pc:spChg chg="mod">
          <ac:chgData name="Grzybowska, Dorota" userId="2e211e11-f64b-467a-9fb6-589cc0ce61aa" providerId="ADAL" clId="{89D6A03E-8BC3-4F0E-A5A4-111432B6F8C0}" dt="2026-04-17T00:59:39.795" v="198" actId="48537"/>
          <ac:spMkLst>
            <pc:docMk/>
            <pc:sldMk cId="1926419868" sldId="2145706669"/>
            <ac:spMk id="3" creationId="{E7036DEC-9EF1-A59B-BAA5-55C169E59214}"/>
          </ac:spMkLst>
        </pc:spChg>
        <pc:spChg chg="mod">
          <ac:chgData name="Grzybowska, Dorota" userId="2e211e11-f64b-467a-9fb6-589cc0ce61aa" providerId="ADAL" clId="{89D6A03E-8BC3-4F0E-A5A4-111432B6F8C0}" dt="2026-04-17T00:59:39.795" v="198" actId="48537"/>
          <ac:spMkLst>
            <pc:docMk/>
            <pc:sldMk cId="1926419868" sldId="2145706669"/>
            <ac:spMk id="4" creationId="{AA13A72F-593D-2E2A-B3C1-C0D62A4AB748}"/>
          </ac:spMkLst>
        </pc:spChg>
        <pc:spChg chg="mod">
          <ac:chgData name="Grzybowska, Dorota" userId="2e211e11-f64b-467a-9fb6-589cc0ce61aa" providerId="ADAL" clId="{89D6A03E-8BC3-4F0E-A5A4-111432B6F8C0}" dt="2026-04-17T00:59:39.795" v="198" actId="48537"/>
          <ac:spMkLst>
            <pc:docMk/>
            <pc:sldMk cId="1926419868" sldId="2145706669"/>
            <ac:spMk id="8" creationId="{ED03A740-341B-D76E-5051-934A234F3474}"/>
          </ac:spMkLst>
        </pc:spChg>
        <pc:spChg chg="mod">
          <ac:chgData name="Grzybowska, Dorota" userId="2e211e11-f64b-467a-9fb6-589cc0ce61aa" providerId="ADAL" clId="{89D6A03E-8BC3-4F0E-A5A4-111432B6F8C0}" dt="2026-04-17T00:59:39.795" v="198" actId="48537"/>
          <ac:spMkLst>
            <pc:docMk/>
            <pc:sldMk cId="1926419868" sldId="2145706669"/>
            <ac:spMk id="9" creationId="{1EB5E64E-B2CF-4B41-47BC-493E474514A5}"/>
          </ac:spMkLst>
        </pc:spChg>
        <pc:spChg chg="add mod">
          <ac:chgData name="Grzybowska, Dorota" userId="2e211e11-f64b-467a-9fb6-589cc0ce61aa" providerId="ADAL" clId="{89D6A03E-8BC3-4F0E-A5A4-111432B6F8C0}" dt="2026-04-17T00:59:39.795" v="198" actId="48537"/>
          <ac:spMkLst>
            <pc:docMk/>
            <pc:sldMk cId="1926419868" sldId="2145706669"/>
            <ac:spMk id="15" creationId="{5F3239A8-828C-F0A5-6BB8-620BAB021AE4}"/>
          </ac:spMkLst>
        </pc:spChg>
        <pc:picChg chg="mod ord">
          <ac:chgData name="Grzybowska, Dorota" userId="2e211e11-f64b-467a-9fb6-589cc0ce61aa" providerId="ADAL" clId="{89D6A03E-8BC3-4F0E-A5A4-111432B6F8C0}" dt="2026-04-17T00:59:39.795" v="198" actId="48537"/>
          <ac:picMkLst>
            <pc:docMk/>
            <pc:sldMk cId="1926419868" sldId="2145706669"/>
            <ac:picMk id="10" creationId="{FCA50C21-BDAB-4BDA-ADE9-38420DEAE36D}"/>
          </ac:picMkLst>
        </pc:picChg>
      </pc:sldChg>
      <pc:sldChg chg="addSp modSp add del mod modTransition modClrScheme chgLayout">
        <pc:chgData name="Grzybowska, Dorota" userId="2e211e11-f64b-467a-9fb6-589cc0ce61aa" providerId="ADAL" clId="{89D6A03E-8BC3-4F0E-A5A4-111432B6F8C0}" dt="2026-04-17T00:59:21.809" v="196" actId="47"/>
        <pc:sldMkLst>
          <pc:docMk/>
          <pc:sldMk cId="2630316327" sldId="2145706669"/>
        </pc:sldMkLst>
        <pc:spChg chg="mod">
          <ac:chgData name="Grzybowska, Dorota" userId="2e211e11-f64b-467a-9fb6-589cc0ce61aa" providerId="ADAL" clId="{89D6A03E-8BC3-4F0E-A5A4-111432B6F8C0}" dt="2026-04-17T00:58:55.283" v="195" actId="48537"/>
          <ac:spMkLst>
            <pc:docMk/>
            <pc:sldMk cId="2630316327" sldId="2145706669"/>
            <ac:spMk id="2" creationId="{A2F03678-4812-4344-8866-512E19BA5D46}"/>
          </ac:spMkLst>
        </pc:spChg>
        <pc:spChg chg="mod">
          <ac:chgData name="Grzybowska, Dorota" userId="2e211e11-f64b-467a-9fb6-589cc0ce61aa" providerId="ADAL" clId="{89D6A03E-8BC3-4F0E-A5A4-111432B6F8C0}" dt="2026-04-17T00:58:55.283" v="195" actId="48537"/>
          <ac:spMkLst>
            <pc:docMk/>
            <pc:sldMk cId="2630316327" sldId="2145706669"/>
            <ac:spMk id="3" creationId="{AD0D130B-4A7E-26AA-DFF3-81B8DAA4F34D}"/>
          </ac:spMkLst>
        </pc:spChg>
        <pc:spChg chg="mod">
          <ac:chgData name="Grzybowska, Dorota" userId="2e211e11-f64b-467a-9fb6-589cc0ce61aa" providerId="ADAL" clId="{89D6A03E-8BC3-4F0E-A5A4-111432B6F8C0}" dt="2026-04-17T00:58:55.283" v="195" actId="48537"/>
          <ac:spMkLst>
            <pc:docMk/>
            <pc:sldMk cId="2630316327" sldId="2145706669"/>
            <ac:spMk id="4" creationId="{C6ADD280-E73E-C69F-10CD-94653ACDF8A6}"/>
          </ac:spMkLst>
        </pc:spChg>
        <pc:spChg chg="mod">
          <ac:chgData name="Grzybowska, Dorota" userId="2e211e11-f64b-467a-9fb6-589cc0ce61aa" providerId="ADAL" clId="{89D6A03E-8BC3-4F0E-A5A4-111432B6F8C0}" dt="2026-04-17T00:58:55.283" v="195" actId="48537"/>
          <ac:spMkLst>
            <pc:docMk/>
            <pc:sldMk cId="2630316327" sldId="2145706669"/>
            <ac:spMk id="8" creationId="{FC06A6EB-3E67-46A9-C1C5-8FA9AF708710}"/>
          </ac:spMkLst>
        </pc:spChg>
        <pc:spChg chg="mod">
          <ac:chgData name="Grzybowska, Dorota" userId="2e211e11-f64b-467a-9fb6-589cc0ce61aa" providerId="ADAL" clId="{89D6A03E-8BC3-4F0E-A5A4-111432B6F8C0}" dt="2026-04-17T00:58:55.283" v="195" actId="48537"/>
          <ac:spMkLst>
            <pc:docMk/>
            <pc:sldMk cId="2630316327" sldId="2145706669"/>
            <ac:spMk id="9" creationId="{54C77D9F-A79F-FF9D-CB46-828E74316DF7}"/>
          </ac:spMkLst>
        </pc:spChg>
        <pc:spChg chg="add mod">
          <ac:chgData name="Grzybowska, Dorota" userId="2e211e11-f64b-467a-9fb6-589cc0ce61aa" providerId="ADAL" clId="{89D6A03E-8BC3-4F0E-A5A4-111432B6F8C0}" dt="2026-04-17T00:58:55.283" v="195" actId="48537"/>
          <ac:spMkLst>
            <pc:docMk/>
            <pc:sldMk cId="2630316327" sldId="2145706669"/>
            <ac:spMk id="15" creationId="{ED86088D-5263-9D9A-E844-5058B9275A19}"/>
          </ac:spMkLst>
        </pc:spChg>
        <pc:picChg chg="mod ord">
          <ac:chgData name="Grzybowska, Dorota" userId="2e211e11-f64b-467a-9fb6-589cc0ce61aa" providerId="ADAL" clId="{89D6A03E-8BC3-4F0E-A5A4-111432B6F8C0}" dt="2026-04-17T00:58:55.283" v="195" actId="48537"/>
          <ac:picMkLst>
            <pc:docMk/>
            <pc:sldMk cId="2630316327" sldId="2145706669"/>
            <ac:picMk id="10" creationId="{4F3BF275-2CFA-4924-9A40-76007621F1DB}"/>
          </ac:picMkLst>
        </pc:picChg>
      </pc:sldChg>
      <pc:sldChg chg="addSp modSp add del mod modTransition modClrScheme chgLayout">
        <pc:chgData name="Grzybowska, Dorota" userId="2e211e11-f64b-467a-9fb6-589cc0ce61aa" providerId="ADAL" clId="{89D6A03E-8BC3-4F0E-A5A4-111432B6F8C0}" dt="2026-04-17T00:53:49.548" v="184" actId="2696"/>
        <pc:sldMkLst>
          <pc:docMk/>
          <pc:sldMk cId="3862684464" sldId="2145706669"/>
        </pc:sldMkLst>
        <pc:spChg chg="mod">
          <ac:chgData name="Grzybowska, Dorota" userId="2e211e11-f64b-467a-9fb6-589cc0ce61aa" providerId="ADAL" clId="{89D6A03E-8BC3-4F0E-A5A4-111432B6F8C0}" dt="2026-04-17T00:50:06.653" v="156" actId="48537"/>
          <ac:spMkLst>
            <pc:docMk/>
            <pc:sldMk cId="3862684464" sldId="2145706669"/>
            <ac:spMk id="2" creationId="{0FD2A0A3-9617-4F85-B8A4-C2892A4B330A}"/>
          </ac:spMkLst>
        </pc:spChg>
        <pc:spChg chg="mod">
          <ac:chgData name="Grzybowska, Dorota" userId="2e211e11-f64b-467a-9fb6-589cc0ce61aa" providerId="ADAL" clId="{89D6A03E-8BC3-4F0E-A5A4-111432B6F8C0}" dt="2026-04-17T00:50:06.653" v="156" actId="48537"/>
          <ac:spMkLst>
            <pc:docMk/>
            <pc:sldMk cId="3862684464" sldId="2145706669"/>
            <ac:spMk id="3" creationId="{7E50A1A2-6FEF-0B16-5E89-690F9EE094B1}"/>
          </ac:spMkLst>
        </pc:spChg>
        <pc:spChg chg="mod">
          <ac:chgData name="Grzybowska, Dorota" userId="2e211e11-f64b-467a-9fb6-589cc0ce61aa" providerId="ADAL" clId="{89D6A03E-8BC3-4F0E-A5A4-111432B6F8C0}" dt="2026-04-17T00:50:06.653" v="156" actId="48537"/>
          <ac:spMkLst>
            <pc:docMk/>
            <pc:sldMk cId="3862684464" sldId="2145706669"/>
            <ac:spMk id="4" creationId="{5BC9A2CD-A18C-1D60-6541-54C2BB47AF32}"/>
          </ac:spMkLst>
        </pc:spChg>
        <pc:spChg chg="mod">
          <ac:chgData name="Grzybowska, Dorota" userId="2e211e11-f64b-467a-9fb6-589cc0ce61aa" providerId="ADAL" clId="{89D6A03E-8BC3-4F0E-A5A4-111432B6F8C0}" dt="2026-04-17T00:50:06.653" v="156" actId="48537"/>
          <ac:spMkLst>
            <pc:docMk/>
            <pc:sldMk cId="3862684464" sldId="2145706669"/>
            <ac:spMk id="8" creationId="{8854EE93-DE16-B73D-7CE8-F0BF3E78F498}"/>
          </ac:spMkLst>
        </pc:spChg>
        <pc:spChg chg="mod">
          <ac:chgData name="Grzybowska, Dorota" userId="2e211e11-f64b-467a-9fb6-589cc0ce61aa" providerId="ADAL" clId="{89D6A03E-8BC3-4F0E-A5A4-111432B6F8C0}" dt="2026-04-17T00:50:06.653" v="156" actId="48537"/>
          <ac:spMkLst>
            <pc:docMk/>
            <pc:sldMk cId="3862684464" sldId="2145706669"/>
            <ac:spMk id="9" creationId="{0938A79E-76F1-F911-6702-A03B832763DE}"/>
          </ac:spMkLst>
        </pc:spChg>
        <pc:spChg chg="add mod">
          <ac:chgData name="Grzybowska, Dorota" userId="2e211e11-f64b-467a-9fb6-589cc0ce61aa" providerId="ADAL" clId="{89D6A03E-8BC3-4F0E-A5A4-111432B6F8C0}" dt="2026-04-17T00:50:06.653" v="156" actId="48537"/>
          <ac:spMkLst>
            <pc:docMk/>
            <pc:sldMk cId="3862684464" sldId="2145706669"/>
            <ac:spMk id="15" creationId="{079485D0-B390-04E6-5E2F-EE0BBF8A5C07}"/>
          </ac:spMkLst>
        </pc:spChg>
        <pc:picChg chg="mod ord">
          <ac:chgData name="Grzybowska, Dorota" userId="2e211e11-f64b-467a-9fb6-589cc0ce61aa" providerId="ADAL" clId="{89D6A03E-8BC3-4F0E-A5A4-111432B6F8C0}" dt="2026-04-17T00:50:06.653" v="156" actId="48537"/>
          <ac:picMkLst>
            <pc:docMk/>
            <pc:sldMk cId="3862684464" sldId="2145706669"/>
            <ac:picMk id="10" creationId="{22E62A1F-D178-4C9B-AE26-B3A9F8D02683}"/>
          </ac:picMkLst>
        </pc:picChg>
      </pc:sldChg>
      <pc:sldChg chg="addSp delSp modSp add del mod modTransition modClrScheme chgLayout">
        <pc:chgData name="Grzybowska, Dorota" userId="2e211e11-f64b-467a-9fb6-589cc0ce61aa" providerId="ADAL" clId="{89D6A03E-8BC3-4F0E-A5A4-111432B6F8C0}" dt="2026-04-17T00:53:44.923" v="181" actId="48537"/>
        <pc:sldMkLst>
          <pc:docMk/>
          <pc:sldMk cId="4018290450" sldId="2145706669"/>
        </pc:sldMkLst>
        <pc:spChg chg="mod">
          <ac:chgData name="Grzybowska, Dorota" userId="2e211e11-f64b-467a-9fb6-589cc0ce61aa" providerId="ADAL" clId="{89D6A03E-8BC3-4F0E-A5A4-111432B6F8C0}" dt="2026-04-17T00:53:44.923" v="181" actId="48537"/>
          <ac:spMkLst>
            <pc:docMk/>
            <pc:sldMk cId="4018290450" sldId="2145706669"/>
            <ac:spMk id="2" creationId="{365D49CE-293D-3CE5-5497-5F0F567E3FFD}"/>
          </ac:spMkLst>
        </pc:spChg>
        <pc:spChg chg="mod">
          <ac:chgData name="Grzybowska, Dorota" userId="2e211e11-f64b-467a-9fb6-589cc0ce61aa" providerId="ADAL" clId="{89D6A03E-8BC3-4F0E-A5A4-111432B6F8C0}" dt="2026-04-17T00:53:44.923" v="181" actId="48537"/>
          <ac:spMkLst>
            <pc:docMk/>
            <pc:sldMk cId="4018290450" sldId="2145706669"/>
            <ac:spMk id="3" creationId="{76E27F29-CA08-2346-83A4-E25C9AFA1EF1}"/>
          </ac:spMkLst>
        </pc:spChg>
        <pc:spChg chg="mod">
          <ac:chgData name="Grzybowska, Dorota" userId="2e211e11-f64b-467a-9fb6-589cc0ce61aa" providerId="ADAL" clId="{89D6A03E-8BC3-4F0E-A5A4-111432B6F8C0}" dt="2026-04-17T00:53:44.923" v="181" actId="48537"/>
          <ac:spMkLst>
            <pc:docMk/>
            <pc:sldMk cId="4018290450" sldId="2145706669"/>
            <ac:spMk id="4" creationId="{6E3848E7-535C-71DC-D494-88EB96C99FB8}"/>
          </ac:spMkLst>
        </pc:spChg>
        <pc:spChg chg="mod">
          <ac:chgData name="Grzybowska, Dorota" userId="2e211e11-f64b-467a-9fb6-589cc0ce61aa" providerId="ADAL" clId="{89D6A03E-8BC3-4F0E-A5A4-111432B6F8C0}" dt="2026-04-17T00:53:44.923" v="181" actId="48537"/>
          <ac:spMkLst>
            <pc:docMk/>
            <pc:sldMk cId="4018290450" sldId="2145706669"/>
            <ac:spMk id="8" creationId="{4ACFFA65-E2FB-FA2C-5CFE-792B79D92ADF}"/>
          </ac:spMkLst>
        </pc:spChg>
        <pc:spChg chg="mod">
          <ac:chgData name="Grzybowska, Dorota" userId="2e211e11-f64b-467a-9fb6-589cc0ce61aa" providerId="ADAL" clId="{89D6A03E-8BC3-4F0E-A5A4-111432B6F8C0}" dt="2026-04-17T00:53:44.923" v="181" actId="48537"/>
          <ac:spMkLst>
            <pc:docMk/>
            <pc:sldMk cId="4018290450" sldId="2145706669"/>
            <ac:spMk id="9" creationId="{B43012F2-95DB-2D5E-7470-53CCCA888BA3}"/>
          </ac:spMkLst>
        </pc:spChg>
        <pc:spChg chg="add del mod">
          <ac:chgData name="Grzybowska, Dorota" userId="2e211e11-f64b-467a-9fb6-589cc0ce61aa" providerId="ADAL" clId="{89D6A03E-8BC3-4F0E-A5A4-111432B6F8C0}" dt="2026-04-17T00:53:44.923" v="181" actId="48537"/>
          <ac:spMkLst>
            <pc:docMk/>
            <pc:sldMk cId="4018290450" sldId="2145706669"/>
            <ac:spMk id="15" creationId="{E518BB4F-17B6-B595-BDB6-05920262748F}"/>
          </ac:spMkLst>
        </pc:spChg>
        <pc:picChg chg="mod ord">
          <ac:chgData name="Grzybowska, Dorota" userId="2e211e11-f64b-467a-9fb6-589cc0ce61aa" providerId="ADAL" clId="{89D6A03E-8BC3-4F0E-A5A4-111432B6F8C0}" dt="2026-04-17T00:53:44.923" v="181" actId="48537"/>
          <ac:picMkLst>
            <pc:docMk/>
            <pc:sldMk cId="4018290450" sldId="2145706669"/>
            <ac:picMk id="10" creationId="{E97AEB39-EEED-445E-BD9D-984B27D914C3}"/>
          </ac:picMkLst>
        </pc:picChg>
      </pc:sldChg>
      <pc:sldChg chg="add del">
        <pc:chgData name="Grzybowska, Dorota" userId="2e211e11-f64b-467a-9fb6-589cc0ce61aa" providerId="ADAL" clId="{89D6A03E-8BC3-4F0E-A5A4-111432B6F8C0}" dt="2026-04-17T02:05:14.841" v="853" actId="47"/>
        <pc:sldMkLst>
          <pc:docMk/>
          <pc:sldMk cId="4236210292" sldId="2145706669"/>
        </pc:sldMkLst>
      </pc:sldChg>
      <pc:sldChg chg="addSp modSp add del mod modTransition modClrScheme chgLayout">
        <pc:chgData name="Grzybowska, Dorota" userId="2e211e11-f64b-467a-9fb6-589cc0ce61aa" providerId="ADAL" clId="{89D6A03E-8BC3-4F0E-A5A4-111432B6F8C0}" dt="2026-04-17T00:54:47.743" v="187" actId="47"/>
        <pc:sldMkLst>
          <pc:docMk/>
          <pc:sldMk cId="4269677845" sldId="2145706669"/>
        </pc:sldMkLst>
        <pc:spChg chg="mod">
          <ac:chgData name="Grzybowska, Dorota" userId="2e211e11-f64b-467a-9fb6-589cc0ce61aa" providerId="ADAL" clId="{89D6A03E-8BC3-4F0E-A5A4-111432B6F8C0}" dt="2026-04-17T00:54:29.273" v="186" actId="48537"/>
          <ac:spMkLst>
            <pc:docMk/>
            <pc:sldMk cId="4269677845" sldId="2145706669"/>
            <ac:spMk id="2" creationId="{0FC97AA3-481E-97A0-8040-DCFFE676E0BD}"/>
          </ac:spMkLst>
        </pc:spChg>
        <pc:spChg chg="mod">
          <ac:chgData name="Grzybowska, Dorota" userId="2e211e11-f64b-467a-9fb6-589cc0ce61aa" providerId="ADAL" clId="{89D6A03E-8BC3-4F0E-A5A4-111432B6F8C0}" dt="2026-04-17T00:54:29.273" v="186" actId="48537"/>
          <ac:spMkLst>
            <pc:docMk/>
            <pc:sldMk cId="4269677845" sldId="2145706669"/>
            <ac:spMk id="3" creationId="{2B6E2A56-BCEF-3E6F-A8E5-4B4B061B9A90}"/>
          </ac:spMkLst>
        </pc:spChg>
        <pc:spChg chg="mod">
          <ac:chgData name="Grzybowska, Dorota" userId="2e211e11-f64b-467a-9fb6-589cc0ce61aa" providerId="ADAL" clId="{89D6A03E-8BC3-4F0E-A5A4-111432B6F8C0}" dt="2026-04-17T00:54:29.273" v="186" actId="48537"/>
          <ac:spMkLst>
            <pc:docMk/>
            <pc:sldMk cId="4269677845" sldId="2145706669"/>
            <ac:spMk id="4" creationId="{A8078CD4-B939-7B29-5FE8-111703CCF1B2}"/>
          </ac:spMkLst>
        </pc:spChg>
        <pc:spChg chg="mod">
          <ac:chgData name="Grzybowska, Dorota" userId="2e211e11-f64b-467a-9fb6-589cc0ce61aa" providerId="ADAL" clId="{89D6A03E-8BC3-4F0E-A5A4-111432B6F8C0}" dt="2026-04-17T00:54:29.273" v="186" actId="48537"/>
          <ac:spMkLst>
            <pc:docMk/>
            <pc:sldMk cId="4269677845" sldId="2145706669"/>
            <ac:spMk id="8" creationId="{AB1DDDDA-06F2-21AF-2E2A-5CA5A558E7E9}"/>
          </ac:spMkLst>
        </pc:spChg>
        <pc:spChg chg="mod">
          <ac:chgData name="Grzybowska, Dorota" userId="2e211e11-f64b-467a-9fb6-589cc0ce61aa" providerId="ADAL" clId="{89D6A03E-8BC3-4F0E-A5A4-111432B6F8C0}" dt="2026-04-17T00:54:29.273" v="186" actId="48537"/>
          <ac:spMkLst>
            <pc:docMk/>
            <pc:sldMk cId="4269677845" sldId="2145706669"/>
            <ac:spMk id="9" creationId="{32D4D8B0-47B4-8B97-DDA2-A300B1AD5E8F}"/>
          </ac:spMkLst>
        </pc:spChg>
        <pc:spChg chg="add mod">
          <ac:chgData name="Grzybowska, Dorota" userId="2e211e11-f64b-467a-9fb6-589cc0ce61aa" providerId="ADAL" clId="{89D6A03E-8BC3-4F0E-A5A4-111432B6F8C0}" dt="2026-04-17T00:54:29.273" v="186" actId="48537"/>
          <ac:spMkLst>
            <pc:docMk/>
            <pc:sldMk cId="4269677845" sldId="2145706669"/>
            <ac:spMk id="15" creationId="{8ED41C7B-2F84-5EA3-9F38-F4FD2DC36042}"/>
          </ac:spMkLst>
        </pc:spChg>
        <pc:picChg chg="mod ord">
          <ac:chgData name="Grzybowska, Dorota" userId="2e211e11-f64b-467a-9fb6-589cc0ce61aa" providerId="ADAL" clId="{89D6A03E-8BC3-4F0E-A5A4-111432B6F8C0}" dt="2026-04-17T00:54:29.273" v="186" actId="48537"/>
          <ac:picMkLst>
            <pc:docMk/>
            <pc:sldMk cId="4269677845" sldId="2145706669"/>
            <ac:picMk id="10" creationId="{81A7D839-019E-47D6-8983-0B2B920687C5}"/>
          </ac:picMkLst>
        </pc:picChg>
      </pc:sldChg>
      <pc:sldChg chg="addSp delSp modSp add mod">
        <pc:chgData name="Grzybowska, Dorota" userId="2e211e11-f64b-467a-9fb6-589cc0ce61aa" providerId="ADAL" clId="{89D6A03E-8BC3-4F0E-A5A4-111432B6F8C0}" dt="2026-04-17T01:13:49.417" v="451" actId="20577"/>
        <pc:sldMkLst>
          <pc:docMk/>
          <pc:sldMk cId="1898260052" sldId="2145706670"/>
        </pc:sldMkLst>
        <pc:spChg chg="del mod">
          <ac:chgData name="Grzybowska, Dorota" userId="2e211e11-f64b-467a-9fb6-589cc0ce61aa" providerId="ADAL" clId="{89D6A03E-8BC3-4F0E-A5A4-111432B6F8C0}" dt="2026-04-17T01:05:04.764" v="318" actId="478"/>
          <ac:spMkLst>
            <pc:docMk/>
            <pc:sldMk cId="1898260052" sldId="2145706670"/>
            <ac:spMk id="3" creationId="{A4E05DA7-1BD1-33C1-E317-BDABBFEA7B9A}"/>
          </ac:spMkLst>
        </pc:spChg>
        <pc:spChg chg="add mod">
          <ac:chgData name="Grzybowska, Dorota" userId="2e211e11-f64b-467a-9fb6-589cc0ce61aa" providerId="ADAL" clId="{89D6A03E-8BC3-4F0E-A5A4-111432B6F8C0}" dt="2026-04-17T01:13:44.077" v="450" actId="478"/>
          <ac:spMkLst>
            <pc:docMk/>
            <pc:sldMk cId="1898260052" sldId="2145706670"/>
            <ac:spMk id="4" creationId="{0BE28802-9ED1-ECE3-1F41-7741CEC424FF}"/>
          </ac:spMkLst>
        </pc:spChg>
        <pc:spChg chg="mod">
          <ac:chgData name="Grzybowska, Dorota" userId="2e211e11-f64b-467a-9fb6-589cc0ce61aa" providerId="ADAL" clId="{89D6A03E-8BC3-4F0E-A5A4-111432B6F8C0}" dt="2026-04-17T01:13:37.031" v="449" actId="5793"/>
          <ac:spMkLst>
            <pc:docMk/>
            <pc:sldMk cId="1898260052" sldId="2145706670"/>
            <ac:spMk id="8" creationId="{2E7FCF9D-F87F-8C51-9513-5DCDAA6D5AAE}"/>
          </ac:spMkLst>
        </pc:spChg>
        <pc:spChg chg="del mod">
          <ac:chgData name="Grzybowska, Dorota" userId="2e211e11-f64b-467a-9fb6-589cc0ce61aa" providerId="ADAL" clId="{89D6A03E-8BC3-4F0E-A5A4-111432B6F8C0}" dt="2026-04-17T01:13:44.077" v="450" actId="478"/>
          <ac:spMkLst>
            <pc:docMk/>
            <pc:sldMk cId="1898260052" sldId="2145706670"/>
            <ac:spMk id="9" creationId="{E094EE51-952D-26FE-9973-BCA83FC17A50}"/>
          </ac:spMkLst>
        </pc:spChg>
        <pc:spChg chg="mod">
          <ac:chgData name="Grzybowska, Dorota" userId="2e211e11-f64b-467a-9fb6-589cc0ce61aa" providerId="ADAL" clId="{89D6A03E-8BC3-4F0E-A5A4-111432B6F8C0}" dt="2026-04-17T01:13:49.417" v="451" actId="20577"/>
          <ac:spMkLst>
            <pc:docMk/>
            <pc:sldMk cId="1898260052" sldId="2145706670"/>
            <ac:spMk id="14" creationId="{5D8FDE0D-2C9C-DA04-3C07-C2761C4451E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FCD6C-6423-8F47-8CE2-0C68727CE676}" type="datetimeFigureOut">
              <a:rPr lang="en-PL" smtClean="0"/>
              <a:t>04/17/2026</a:t>
            </a:fld>
            <a:endParaRPr lang="en-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1FBD7-F02D-4C4F-915F-35E35DACACBF}" type="slidenum">
              <a:rPr lang="en-PL" smtClean="0"/>
              <a:t>‹#›</a:t>
            </a:fld>
            <a:endParaRPr lang="en-PL"/>
          </a:p>
        </p:txBody>
      </p:sp>
    </p:spTree>
    <p:extLst>
      <p:ext uri="{BB962C8B-B14F-4D97-AF65-F5344CB8AC3E}">
        <p14:creationId xmlns:p14="http://schemas.microsoft.com/office/powerpoint/2010/main" val="71340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a:t>Image source: Microsoft 365 content library
Build a Fraud Detection Engine that analyzes payment transactions and detects suspicious activity based on FRAML rules in less than 20 seconds. Business value includes financial loss prevention, increased customer satisfaction, faster reaction to suspicious transactions, and regulatory compliance. This solution aims to enhance security and efficiency within payment systems.</a:t>
            </a:r>
          </a:p>
        </p:txBody>
      </p:sp>
      <p:sp>
        <p:nvSpPr>
          <p:cNvPr id="4" name="Slide Number Placeholder 3"/>
          <p:cNvSpPr>
            <a:spLocks noGrp="1"/>
          </p:cNvSpPr>
          <p:nvPr>
            <p:ph type="sldNum" sz="quarter" idx="5"/>
          </p:nvPr>
        </p:nvSpPr>
        <p:spPr/>
        <p:txBody>
          <a:bodyPr/>
          <a:lstStyle/>
          <a:p>
            <a:fld id="{7DB1FBD7-F02D-4C4F-915F-35E35DACACBF}" type="slidenum">
              <a:rPr lang="en-PL" smtClean="0"/>
              <a:t>7</a:t>
            </a:fld>
            <a:endParaRPr lang="en-PL"/>
          </a:p>
        </p:txBody>
      </p:sp>
    </p:spTree>
    <p:extLst>
      <p:ext uri="{BB962C8B-B14F-4D97-AF65-F5344CB8AC3E}">
        <p14:creationId xmlns:p14="http://schemas.microsoft.com/office/powerpoint/2010/main" val="9762534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a:t>Image source: Microsoft 365 content library
A results file captures output data for analysis and reporting. The Scoring Engine evaluates performance or compliance based on set rules, providing objective scores. An alert dashboard displays notifications and anomalies in real-time, enabling quick responses to issues and ensuring efficient monitoring across the system.</a:t>
            </a:r>
          </a:p>
        </p:txBody>
      </p:sp>
      <p:sp>
        <p:nvSpPr>
          <p:cNvPr id="4" name="Slide Number Placeholder 3"/>
          <p:cNvSpPr>
            <a:spLocks noGrp="1"/>
          </p:cNvSpPr>
          <p:nvPr>
            <p:ph type="sldNum" sz="quarter" idx="5"/>
          </p:nvPr>
        </p:nvSpPr>
        <p:spPr/>
        <p:txBody>
          <a:bodyPr/>
          <a:lstStyle/>
          <a:p>
            <a:fld id="{7DB1FBD7-F02D-4C4F-915F-35E35DACACBF}" type="slidenum">
              <a:rPr lang="en-PL" smtClean="0"/>
              <a:t>13</a:t>
            </a:fld>
            <a:endParaRPr lang="en-PL"/>
          </a:p>
        </p:txBody>
      </p:sp>
    </p:spTree>
    <p:extLst>
      <p:ext uri="{BB962C8B-B14F-4D97-AF65-F5344CB8AC3E}">
        <p14:creationId xmlns:p14="http://schemas.microsoft.com/office/powerpoint/2010/main" val="36449207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268BD-2E3E-B4EE-0B91-F18FB919E1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FB2E90-74CE-3869-170D-2809562A8C02}"/>
              </a:ext>
            </a:extLst>
          </p:cNvPr>
          <p:cNvSpPr>
            <a:spLocks noGrp="1" noRot="1" noChangeAspect="1"/>
          </p:cNvSpPr>
          <p:nvPr>
            <p:ph type="sldImg"/>
          </p:nvPr>
        </p:nvSpPr>
        <p:spPr/>
        <p:txBody>
          <a:bodyPr/>
          <a:lstStyle/>
          <a:p>
            <a:endParaRPr lang="en-PL"/>
          </a:p>
        </p:txBody>
      </p:sp>
      <p:sp>
        <p:nvSpPr>
          <p:cNvPr id="3" name="Notes Placeholder 2">
            <a:extLst>
              <a:ext uri="{FF2B5EF4-FFF2-40B4-BE49-F238E27FC236}">
                <a16:creationId xmlns:a16="http://schemas.microsoft.com/office/drawing/2014/main" id="{E39B08E0-CC43-25FB-5D0D-9628B351D7C5}"/>
              </a:ext>
            </a:extLst>
          </p:cNvPr>
          <p:cNvSpPr>
            <a:spLocks noGrp="1"/>
          </p:cNvSpPr>
          <p:nvPr>
            <p:ph type="body" idx="1"/>
          </p:nvPr>
        </p:nvSpPr>
        <p:spPr/>
        <p:txBody>
          <a:bodyPr/>
          <a:lstStyle/>
          <a:p>
            <a:endParaRPr lang="en-PL"/>
          </a:p>
        </p:txBody>
      </p:sp>
      <p:sp>
        <p:nvSpPr>
          <p:cNvPr id="4" name="Slide Number Placeholder 3">
            <a:extLst>
              <a:ext uri="{FF2B5EF4-FFF2-40B4-BE49-F238E27FC236}">
                <a16:creationId xmlns:a16="http://schemas.microsoft.com/office/drawing/2014/main" id="{39311CAA-3AD6-CBFA-8D10-12628C3E3A4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Verdan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pt-BR" sz="900" b="0" i="0" u="none" strike="noStrike" kern="1200" cap="none" spc="0" normalizeH="0" baseline="0" noProof="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26426232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0.png"/><Relationship Id="rId3" Type="http://schemas.openxmlformats.org/officeDocument/2006/relationships/tags" Target="../tags/tag3.xml"/><Relationship Id="rId7" Type="http://schemas.openxmlformats.org/officeDocument/2006/relationships/image" Target="../media/image7.png"/><Relationship Id="rId12" Type="http://schemas.openxmlformats.org/officeDocument/2006/relationships/hyperlink" Target="http://www.linkedin.com/company/capgemini" TargetMode="Externa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hyperlink" Target="https://www.glassdoor.com/Overview/Working-at-Capgemini-EI_IE3803.11,20.htm" TargetMode="External"/><Relationship Id="rId11" Type="http://schemas.openxmlformats.org/officeDocument/2006/relationships/image" Target="../media/image9.png"/><Relationship Id="rId5" Type="http://schemas.openxmlformats.org/officeDocument/2006/relationships/slideMaster" Target="../slideMasters/slideMaster1.xml"/><Relationship Id="rId15" Type="http://schemas.openxmlformats.org/officeDocument/2006/relationships/image" Target="../media/image11.png"/><Relationship Id="rId10" Type="http://schemas.openxmlformats.org/officeDocument/2006/relationships/hyperlink" Target="http://www.facebook.com/capgemini" TargetMode="External"/><Relationship Id="rId4" Type="http://schemas.openxmlformats.org/officeDocument/2006/relationships/tags" Target="../tags/tag4.xml"/><Relationship Id="rId9" Type="http://schemas.openxmlformats.org/officeDocument/2006/relationships/image" Target="../media/image8.png"/><Relationship Id="rId14" Type="http://schemas.openxmlformats.org/officeDocument/2006/relationships/hyperlink" Target="https://www.instagram.com/capgemini/" TargetMode="External"/></Relationships>
</file>

<file path=ppt/slideLayouts/_rels/slideLayout57.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hyperlink" Target="http://www.facebook.com/capgemini" TargetMode="External"/><Relationship Id="rId11" Type="http://schemas.openxmlformats.org/officeDocument/2006/relationships/image" Target="../media/image11.png"/><Relationship Id="rId5" Type="http://schemas.openxmlformats.org/officeDocument/2006/relationships/image" Target="../media/image8.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10.png"/></Relationships>
</file>

<file path=ppt/slideLayouts/_rels/slideLayout58.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12.png"/><Relationship Id="rId7" Type="http://schemas.microsoft.com/office/2007/relationships/hdphoto" Target="../media/hdphoto2.wdp"/><Relationship Id="rId12" Type="http://schemas.openxmlformats.org/officeDocument/2006/relationships/image" Target="../media/image15.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13.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6.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4.png"/><Relationship Id="rId14" Type="http://schemas.openxmlformats.org/officeDocument/2006/relationships/hyperlink" Target="https://www.instagram.com/capgemini/" TargetMode="Externa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8" Type="http://schemas.microsoft.com/office/2007/relationships/hdphoto" Target="../media/hdphoto6.wdp"/><Relationship Id="rId13" Type="http://schemas.openxmlformats.org/officeDocument/2006/relationships/image" Target="../media/image14.png"/><Relationship Id="rId18" Type="http://schemas.openxmlformats.org/officeDocument/2006/relationships/hyperlink" Target="https://www.instagram.com/capgemini/" TargetMode="External"/><Relationship Id="rId3" Type="http://schemas.openxmlformats.org/officeDocument/2006/relationships/tags" Target="../tags/tag7.xml"/><Relationship Id="rId7" Type="http://schemas.openxmlformats.org/officeDocument/2006/relationships/image" Target="../media/image12.png"/><Relationship Id="rId12" Type="http://schemas.openxmlformats.org/officeDocument/2006/relationships/hyperlink" Target="http://www.facebook.com/capgemini" TargetMode="External"/><Relationship Id="rId17" Type="http://schemas.microsoft.com/office/2007/relationships/hdphoto" Target="../media/hdphoto9.wdp"/><Relationship Id="rId2" Type="http://schemas.openxmlformats.org/officeDocument/2006/relationships/tags" Target="../tags/tag6.xml"/><Relationship Id="rId16" Type="http://schemas.openxmlformats.org/officeDocument/2006/relationships/image" Target="../media/image15.png"/><Relationship Id="rId20" Type="http://schemas.microsoft.com/office/2007/relationships/hdphoto" Target="../media/hdphoto10.wdp"/><Relationship Id="rId1" Type="http://schemas.openxmlformats.org/officeDocument/2006/relationships/tags" Target="../tags/tag5.xml"/><Relationship Id="rId6" Type="http://schemas.openxmlformats.org/officeDocument/2006/relationships/hyperlink" Target="https://www.glassdoor.com/Overview/Working-at-Capgemini-EI_IE3803.11,20.htm" TargetMode="External"/><Relationship Id="rId11" Type="http://schemas.microsoft.com/office/2007/relationships/hdphoto" Target="../media/hdphoto7.wdp"/><Relationship Id="rId5" Type="http://schemas.openxmlformats.org/officeDocument/2006/relationships/slideMaster" Target="../slideMasters/slideMaster2.xml"/><Relationship Id="rId15" Type="http://schemas.openxmlformats.org/officeDocument/2006/relationships/hyperlink" Target="http://www.linkedin.com/company/capgemini" TargetMode="External"/><Relationship Id="rId10" Type="http://schemas.openxmlformats.org/officeDocument/2006/relationships/image" Target="../media/image13.png"/><Relationship Id="rId19" Type="http://schemas.openxmlformats.org/officeDocument/2006/relationships/image" Target="../media/image16.png"/><Relationship Id="rId4" Type="http://schemas.openxmlformats.org/officeDocument/2006/relationships/tags" Target="../tags/tag8.xml"/><Relationship Id="rId9" Type="http://schemas.openxmlformats.org/officeDocument/2006/relationships/hyperlink" Target="http://www.youtube.com/capgeminimedia" TargetMode="External"/><Relationship Id="rId14" Type="http://schemas.microsoft.com/office/2007/relationships/hdphoto" Target="../media/hdphoto8.wdp"/></Relationships>
</file>

<file path=ppt/slideLayouts/_rels/slideLayout116.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9.wdp"/><Relationship Id="rId3" Type="http://schemas.openxmlformats.org/officeDocument/2006/relationships/image" Target="../media/image12.png"/><Relationship Id="rId7" Type="http://schemas.microsoft.com/office/2007/relationships/hdphoto" Target="../media/hdphoto7.wdp"/><Relationship Id="rId12" Type="http://schemas.openxmlformats.org/officeDocument/2006/relationships/image" Target="../media/image15.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10.wdp"/><Relationship Id="rId1" Type="http://schemas.openxmlformats.org/officeDocument/2006/relationships/slideMaster" Target="../slideMasters/slideMaster2.xml"/><Relationship Id="rId6" Type="http://schemas.openxmlformats.org/officeDocument/2006/relationships/image" Target="../media/image13.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6.png"/><Relationship Id="rId10" Type="http://schemas.microsoft.com/office/2007/relationships/hdphoto" Target="../media/hdphoto8.wdp"/><Relationship Id="rId4" Type="http://schemas.microsoft.com/office/2007/relationships/hdphoto" Target="../media/hdphoto6.wdp"/><Relationship Id="rId9" Type="http://schemas.openxmlformats.org/officeDocument/2006/relationships/image" Target="../media/image14.png"/><Relationship Id="rId14" Type="http://schemas.openxmlformats.org/officeDocument/2006/relationships/hyperlink" Target="https://www.instagram.com/capgemini/" TargetMode="External"/></Relationships>
</file>

<file path=ppt/slideLayouts/_rels/slideLayout117.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2.xml"/><Relationship Id="rId6" Type="http://schemas.openxmlformats.org/officeDocument/2006/relationships/hyperlink" Target="http://www.facebook.com/capgemini" TargetMode="External"/><Relationship Id="rId11" Type="http://schemas.openxmlformats.org/officeDocument/2006/relationships/image" Target="../media/image11.png"/><Relationship Id="rId5" Type="http://schemas.openxmlformats.org/officeDocument/2006/relationships/image" Target="../media/image8.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10.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74.xml.rels><?xml version="1.0" encoding="UTF-8" standalone="yes"?>
<Relationships xmlns="http://schemas.openxmlformats.org/package/2006/relationships"><Relationship Id="rId8" Type="http://schemas.microsoft.com/office/2007/relationships/hdphoto" Target="../media/hdphoto6.wdp"/><Relationship Id="rId13" Type="http://schemas.openxmlformats.org/officeDocument/2006/relationships/image" Target="../media/image14.png"/><Relationship Id="rId18" Type="http://schemas.openxmlformats.org/officeDocument/2006/relationships/hyperlink" Target="https://www.instagram.com/capgemini/" TargetMode="External"/><Relationship Id="rId3" Type="http://schemas.openxmlformats.org/officeDocument/2006/relationships/tags" Target="../tags/tag11.xml"/><Relationship Id="rId7" Type="http://schemas.openxmlformats.org/officeDocument/2006/relationships/image" Target="../media/image12.png"/><Relationship Id="rId12" Type="http://schemas.openxmlformats.org/officeDocument/2006/relationships/hyperlink" Target="http://www.facebook.com/capgemini" TargetMode="External"/><Relationship Id="rId17" Type="http://schemas.microsoft.com/office/2007/relationships/hdphoto" Target="../media/hdphoto9.wdp"/><Relationship Id="rId2" Type="http://schemas.openxmlformats.org/officeDocument/2006/relationships/tags" Target="../tags/tag10.xml"/><Relationship Id="rId16" Type="http://schemas.openxmlformats.org/officeDocument/2006/relationships/image" Target="../media/image15.png"/><Relationship Id="rId20" Type="http://schemas.microsoft.com/office/2007/relationships/hdphoto" Target="../media/hdphoto10.wdp"/><Relationship Id="rId1" Type="http://schemas.openxmlformats.org/officeDocument/2006/relationships/tags" Target="../tags/tag9.xml"/><Relationship Id="rId6" Type="http://schemas.openxmlformats.org/officeDocument/2006/relationships/hyperlink" Target="https://www.glassdoor.com/Overview/Working-at-Capgemini-EI_IE3803.11,20.htm" TargetMode="External"/><Relationship Id="rId11" Type="http://schemas.microsoft.com/office/2007/relationships/hdphoto" Target="../media/hdphoto7.wdp"/><Relationship Id="rId5" Type="http://schemas.openxmlformats.org/officeDocument/2006/relationships/slideMaster" Target="../slideMasters/slideMaster3.xml"/><Relationship Id="rId15" Type="http://schemas.openxmlformats.org/officeDocument/2006/relationships/hyperlink" Target="http://www.linkedin.com/company/capgemini" TargetMode="External"/><Relationship Id="rId10" Type="http://schemas.openxmlformats.org/officeDocument/2006/relationships/image" Target="../media/image13.png"/><Relationship Id="rId19" Type="http://schemas.openxmlformats.org/officeDocument/2006/relationships/image" Target="../media/image16.png"/><Relationship Id="rId4" Type="http://schemas.openxmlformats.org/officeDocument/2006/relationships/tags" Target="../tags/tag12.xml"/><Relationship Id="rId9" Type="http://schemas.openxmlformats.org/officeDocument/2006/relationships/hyperlink" Target="http://www.youtube.com/capgeminimedia" TargetMode="External"/><Relationship Id="rId14" Type="http://schemas.microsoft.com/office/2007/relationships/hdphoto" Target="../media/hdphoto8.wdp"/></Relationships>
</file>

<file path=ppt/slideLayouts/_rels/slideLayout175.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9.wdp"/><Relationship Id="rId3" Type="http://schemas.openxmlformats.org/officeDocument/2006/relationships/image" Target="../media/image12.png"/><Relationship Id="rId7" Type="http://schemas.microsoft.com/office/2007/relationships/hdphoto" Target="../media/hdphoto7.wdp"/><Relationship Id="rId12" Type="http://schemas.openxmlformats.org/officeDocument/2006/relationships/image" Target="../media/image15.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10.wdp"/><Relationship Id="rId1" Type="http://schemas.openxmlformats.org/officeDocument/2006/relationships/slideMaster" Target="../slideMasters/slideMaster3.xml"/><Relationship Id="rId6" Type="http://schemas.openxmlformats.org/officeDocument/2006/relationships/image" Target="../media/image13.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6.png"/><Relationship Id="rId10" Type="http://schemas.microsoft.com/office/2007/relationships/hdphoto" Target="../media/hdphoto8.wdp"/><Relationship Id="rId4" Type="http://schemas.microsoft.com/office/2007/relationships/hdphoto" Target="../media/hdphoto6.wdp"/><Relationship Id="rId9" Type="http://schemas.openxmlformats.org/officeDocument/2006/relationships/image" Target="../media/image14.png"/><Relationship Id="rId14" Type="http://schemas.openxmlformats.org/officeDocument/2006/relationships/hyperlink" Target="https://www.instagram.com/capgemini/" TargetMode="External"/></Relationships>
</file>

<file path=ppt/slideLayouts/_rels/slideLayout176.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12.png"/><Relationship Id="rId7" Type="http://schemas.microsoft.com/office/2007/relationships/hdphoto" Target="../media/hdphoto2.wdp"/><Relationship Id="rId12" Type="http://schemas.openxmlformats.org/officeDocument/2006/relationships/image" Target="../media/image15.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3.xml"/><Relationship Id="rId6" Type="http://schemas.openxmlformats.org/officeDocument/2006/relationships/image" Target="../media/image13.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6.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4.png"/><Relationship Id="rId14" Type="http://schemas.openxmlformats.org/officeDocument/2006/relationships/hyperlink" Target="https://www.instagram.com/capgemini/"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0" y="0"/>
            <a:ext cx="8904287"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3" name="Group 2">
            <a:extLst>
              <a:ext uri="{FF2B5EF4-FFF2-40B4-BE49-F238E27FC236}">
                <a16:creationId xmlns:a16="http://schemas.microsoft.com/office/drawing/2014/main" id="{E1F341D8-9871-3E87-0C47-63724CC68DAF}"/>
              </a:ext>
            </a:extLst>
          </p:cNvPr>
          <p:cNvGrpSpPr>
            <a:grpSpLocks noChangeAspect="1"/>
          </p:cNvGrpSpPr>
          <p:nvPr userDrawn="1"/>
        </p:nvGrpSpPr>
        <p:grpSpPr>
          <a:xfrm>
            <a:off x="9912013" y="409248"/>
            <a:ext cx="1872000" cy="420870"/>
            <a:chOff x="5094083" y="5360390"/>
            <a:chExt cx="3039349" cy="683316"/>
          </a:xfrm>
          <a:solidFill>
            <a:schemeClr val="tx2"/>
          </a:solidFill>
        </p:grpSpPr>
        <p:sp>
          <p:nvSpPr>
            <p:cNvPr id="14" name="Freeform: Shape 4">
              <a:extLst>
                <a:ext uri="{FF2B5EF4-FFF2-40B4-BE49-F238E27FC236}">
                  <a16:creationId xmlns:a16="http://schemas.microsoft.com/office/drawing/2014/main" id="{2608921F-B565-8FD4-583E-9DA9BDDB533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5" name="Freeform: Shape 5">
              <a:extLst>
                <a:ext uri="{FF2B5EF4-FFF2-40B4-BE49-F238E27FC236}">
                  <a16:creationId xmlns:a16="http://schemas.microsoft.com/office/drawing/2014/main" id="{59393CFC-3187-9068-EACC-9DD97F450CB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20" name="Freeform: Shape 6">
              <a:extLst>
                <a:ext uri="{FF2B5EF4-FFF2-40B4-BE49-F238E27FC236}">
                  <a16:creationId xmlns:a16="http://schemas.microsoft.com/office/drawing/2014/main" id="{F2454DD1-23F6-150E-C46D-96FB7C5FC4D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1" name="Freeform: Shape 7">
              <a:extLst>
                <a:ext uri="{FF2B5EF4-FFF2-40B4-BE49-F238E27FC236}">
                  <a16:creationId xmlns:a16="http://schemas.microsoft.com/office/drawing/2014/main" id="{34B65355-DFA8-1685-F338-14C9D76CCDE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2" name="Freeform: Shape 8">
              <a:extLst>
                <a:ext uri="{FF2B5EF4-FFF2-40B4-BE49-F238E27FC236}">
                  <a16:creationId xmlns:a16="http://schemas.microsoft.com/office/drawing/2014/main" id="{DF15E081-4331-E828-08B5-2291332FD14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23" name="Rectangle 22">
            <a:extLst>
              <a:ext uri="{FF2B5EF4-FFF2-40B4-BE49-F238E27FC236}">
                <a16:creationId xmlns:a16="http://schemas.microsoft.com/office/drawing/2014/main" id="{7D66C3DE-7CB2-8D02-1EF9-E3C8E4BFAA90}"/>
              </a:ext>
            </a:extLst>
          </p:cNvPr>
          <p:cNvSpPr/>
          <p:nvPr userDrawn="1"/>
        </p:nvSpPr>
        <p:spPr>
          <a:xfrm rot="16200000">
            <a:off x="5403547"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7313049" cy="4104456"/>
          </a:xfr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a:t>Click to edit Master title style</a:t>
            </a:r>
            <a:endParaRPr lang="en-PL" dirty="0"/>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Tree>
    <p:extLst>
      <p:ext uri="{BB962C8B-B14F-4D97-AF65-F5344CB8AC3E}">
        <p14:creationId xmlns:p14="http://schemas.microsoft.com/office/powerpoint/2010/main" val="217657012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dirty="0"/>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9997629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bg>
      <p:bgPr>
        <a:solidFill>
          <a:schemeClr val="tx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grpSp>
        <p:nvGrpSpPr>
          <p:cNvPr id="5" name="Group 2">
            <a:extLst>
              <a:ext uri="{FF2B5EF4-FFF2-40B4-BE49-F238E27FC236}">
                <a16:creationId xmlns:a16="http://schemas.microsoft.com/office/drawing/2014/main" id="{97C43731-60F1-A1BC-E630-11D1BE6DDE01}"/>
              </a:ext>
            </a:extLst>
          </p:cNvPr>
          <p:cNvGrpSpPr>
            <a:grpSpLocks noChangeAspect="1"/>
          </p:cNvGrpSpPr>
          <p:nvPr userDrawn="1"/>
        </p:nvGrpSpPr>
        <p:grpSpPr>
          <a:xfrm>
            <a:off x="368802" y="6162345"/>
            <a:ext cx="1872000" cy="420870"/>
            <a:chOff x="5094083" y="5360390"/>
            <a:chExt cx="3039349" cy="683316"/>
          </a:xfrm>
          <a:solidFill>
            <a:schemeClr val="bg2"/>
          </a:solidFill>
        </p:grpSpPr>
        <p:sp>
          <p:nvSpPr>
            <p:cNvPr id="13" name="Freeform: Shape 4">
              <a:extLst>
                <a:ext uri="{FF2B5EF4-FFF2-40B4-BE49-F238E27FC236}">
                  <a16:creationId xmlns:a16="http://schemas.microsoft.com/office/drawing/2014/main" id="{E46A43A4-DCDF-7C78-DDEA-21BACBE7C71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D4834A30-F65C-87DF-9AD8-668233946F3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5" name="Freeform: Shape 6">
              <a:extLst>
                <a:ext uri="{FF2B5EF4-FFF2-40B4-BE49-F238E27FC236}">
                  <a16:creationId xmlns:a16="http://schemas.microsoft.com/office/drawing/2014/main" id="{97CAB39C-AC38-78BE-6460-1AC31467E31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7" name="Freeform: Shape 7">
              <a:extLst>
                <a:ext uri="{FF2B5EF4-FFF2-40B4-BE49-F238E27FC236}">
                  <a16:creationId xmlns:a16="http://schemas.microsoft.com/office/drawing/2014/main" id="{D6E94E64-5DBF-0D94-8FC8-EDC1F82C3D7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8" name="Freeform: Shape 8">
              <a:extLst>
                <a:ext uri="{FF2B5EF4-FFF2-40B4-BE49-F238E27FC236}">
                  <a16:creationId xmlns:a16="http://schemas.microsoft.com/office/drawing/2014/main" id="{C730C3C9-943E-DF05-5213-9E27CF02B89F}"/>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gr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p:spPr>
        <p:txBody>
          <a:bodyPr/>
          <a:lstStyle>
            <a:lvl1pPr>
              <a:lnSpc>
                <a:spcPct val="75000"/>
              </a:lnSpc>
              <a:defRPr sz="17200">
                <a:solidFill>
                  <a:schemeClr val="accent2"/>
                </a:solidFill>
                <a:latin typeface="Ubuntu Light" panose="020B0304030602030204" pitchFamily="34" charset="0"/>
              </a:defRPr>
            </a:lvl1pPr>
          </a:lstStyle>
          <a:p>
            <a:r>
              <a:rPr lang="en-US" dirty="0"/>
              <a:t>Master title style</a:t>
            </a:r>
          </a:p>
        </p:txBody>
      </p:sp>
    </p:spTree>
    <p:extLst>
      <p:ext uri="{BB962C8B-B14F-4D97-AF65-F5344CB8AC3E}">
        <p14:creationId xmlns:p14="http://schemas.microsoft.com/office/powerpoint/2010/main" val="366648962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14" name="Group 2">
            <a:extLst>
              <a:ext uri="{FF2B5EF4-FFF2-40B4-BE49-F238E27FC236}">
                <a16:creationId xmlns:a16="http://schemas.microsoft.com/office/drawing/2014/main" id="{5570D5EE-65A7-6ED8-B779-4B18D3F9B40F}"/>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15" name="Freeform: Shape 4">
              <a:extLst>
                <a:ext uri="{FF2B5EF4-FFF2-40B4-BE49-F238E27FC236}">
                  <a16:creationId xmlns:a16="http://schemas.microsoft.com/office/drawing/2014/main" id="{D58972C2-A9F5-BC83-6D8B-F2551227EF0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6" name="Freeform: Shape 5">
              <a:extLst>
                <a:ext uri="{FF2B5EF4-FFF2-40B4-BE49-F238E27FC236}">
                  <a16:creationId xmlns:a16="http://schemas.microsoft.com/office/drawing/2014/main" id="{F1185E33-8F53-63CA-354E-8F831E6BCFB7}"/>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8" name="Freeform: Shape 6">
              <a:extLst>
                <a:ext uri="{FF2B5EF4-FFF2-40B4-BE49-F238E27FC236}">
                  <a16:creationId xmlns:a16="http://schemas.microsoft.com/office/drawing/2014/main" id="{CDD16A12-A8F2-58EF-09CC-13E3376F38B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0" name="Freeform: Shape 7">
              <a:extLst>
                <a:ext uri="{FF2B5EF4-FFF2-40B4-BE49-F238E27FC236}">
                  <a16:creationId xmlns:a16="http://schemas.microsoft.com/office/drawing/2014/main" id="{8F3DB536-4854-A063-FC86-800CFAAD247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1" name="Freeform: Shape 8">
              <a:extLst>
                <a:ext uri="{FF2B5EF4-FFF2-40B4-BE49-F238E27FC236}">
                  <a16:creationId xmlns:a16="http://schemas.microsoft.com/office/drawing/2014/main" id="{BF1BB4C2-2CFF-9555-916D-B08189B1ED7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dirty="0"/>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lvl1pPr>
              <a:defRPr>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70464260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p:spPr>
        <p:txBody>
          <a:bodyPr anchor="b"/>
          <a:lstStyle>
            <a:lvl1pPr>
              <a:lnSpc>
                <a:spcPct val="90000"/>
              </a:lnSpc>
              <a:defRPr sz="7200">
                <a:solidFill>
                  <a:schemeClr val="bg1"/>
                </a:solidFill>
                <a:latin typeface="Ubuntu Light" panose="020B0304030602030204" pitchFamily="34" charset="0"/>
              </a:defRPr>
            </a:lvl1pPr>
          </a:lstStyle>
          <a:p>
            <a:r>
              <a:rPr lang="en-US"/>
              <a:t>Click to edit Master title style</a:t>
            </a:r>
            <a:endParaRPr lang="en-PL" dirty="0"/>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97521894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1"/>
            <a:ext cx="273198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endParaRPr lang="en-US" dirty="0"/>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9912013" y="3893182"/>
            <a:ext cx="1872000" cy="1123397"/>
          </a:xfrm>
          <a:prstGeom prst="rect">
            <a:avLst/>
          </a:prstGeom>
        </p:spPr>
        <p:txBody>
          <a:bodyPr anchor="b">
            <a:noAutofit/>
          </a:bodyPr>
          <a:lstStyle>
            <a:lvl1pPr>
              <a:defRPr sz="2000"/>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15864587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0"/>
            <a:ext cx="2731981"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endParaRPr lang="en-US" dirty="0"/>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087887" y="549275"/>
            <a:ext cx="4036154" cy="3815829"/>
          </a:xfr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5159897"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29932165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2736773"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2916774" y="0"/>
            <a:ext cx="9275226"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357195"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3401003" y="1628775"/>
            <a:ext cx="6578080" cy="3589714"/>
          </a:xfrm>
        </p:spPr>
        <p:txBody>
          <a:bodyPr anchor="b"/>
          <a:lstStyle>
            <a:lvl1pPr>
              <a:defRPr sz="5400">
                <a:solidFill>
                  <a:schemeClr val="bg1"/>
                </a:solidFill>
              </a:defRPr>
            </a:lvl1pPr>
          </a:lstStyle>
          <a:p>
            <a:r>
              <a:rPr lang="en-US"/>
              <a:t>Click to edit Master title style</a:t>
            </a:r>
            <a:endParaRPr lang="en-PL" dirty="0"/>
          </a:p>
        </p:txBody>
      </p:sp>
      <p:sp>
        <p:nvSpPr>
          <p:cNvPr id="6" name="Rectangle 5">
            <a:extLst>
              <a:ext uri="{FF2B5EF4-FFF2-40B4-BE49-F238E27FC236}">
                <a16:creationId xmlns:a16="http://schemas.microsoft.com/office/drawing/2014/main" id="{308E3512-1EC7-FD95-4A22-F366C773E9C4}"/>
              </a:ext>
            </a:extLst>
          </p:cNvPr>
          <p:cNvSpPr/>
          <p:nvPr userDrawn="1"/>
        </p:nvSpPr>
        <p:spPr>
          <a:xfrm rot="16200000">
            <a:off x="-602226"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5" y="3893182"/>
            <a:ext cx="2088292"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5" y="5264061"/>
            <a:ext cx="2088292"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421417972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2FD468B-B69E-D6B3-0B31-29405A8C9B2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10" name="Title Placeholder 4">
            <a:extLst>
              <a:ext uri="{FF2B5EF4-FFF2-40B4-BE49-F238E27FC236}">
                <a16:creationId xmlns:a16="http://schemas.microsoft.com/office/drawing/2014/main" id="{88071F53-FF39-EE02-C206-04BC9BC62837}"/>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US"/>
              <a:t>Click to edit Master title style</a:t>
            </a:r>
            <a:endParaRPr lang="de-DE" dirty="0"/>
          </a:p>
        </p:txBody>
      </p:sp>
      <p:sp>
        <p:nvSpPr>
          <p:cNvPr id="11" name="Text Placeholder 1">
            <a:extLst>
              <a:ext uri="{FF2B5EF4-FFF2-40B4-BE49-F238E27FC236}">
                <a16:creationId xmlns:a16="http://schemas.microsoft.com/office/drawing/2014/main" id="{D450594D-C071-DB63-60E9-737FD362024E}"/>
              </a:ext>
            </a:extLst>
          </p:cNvPr>
          <p:cNvSpPr>
            <a:spLocks noGrp="1"/>
          </p:cNvSpPr>
          <p:nvPr>
            <p:ph idx="1"/>
          </p:nvPr>
        </p:nvSpPr>
        <p:spPr>
          <a:xfrm>
            <a:off x="551384" y="1628800"/>
            <a:ext cx="7920880"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dirty="0"/>
          </a:p>
        </p:txBody>
      </p:sp>
    </p:spTree>
    <p:extLst>
      <p:ext uri="{BB962C8B-B14F-4D97-AF65-F5344CB8AC3E}">
        <p14:creationId xmlns:p14="http://schemas.microsoft.com/office/powerpoint/2010/main" val="1151929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064AC36F-9D88-0AFF-0D23-B3207730506D}"/>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US"/>
              <a:t>Click to edit Master title style</a:t>
            </a:r>
            <a:endParaRPr lang="de-DE" dirty="0"/>
          </a:p>
        </p:txBody>
      </p:sp>
      <p:sp>
        <p:nvSpPr>
          <p:cNvPr id="7" name="Text Placeholder 11">
            <a:extLst>
              <a:ext uri="{FF2B5EF4-FFF2-40B4-BE49-F238E27FC236}">
                <a16:creationId xmlns:a16="http://schemas.microsoft.com/office/drawing/2014/main" id="{77152031-1FC0-032B-F3DB-6C7DECFE02E6}"/>
              </a:ext>
            </a:extLst>
          </p:cNvPr>
          <p:cNvSpPr>
            <a:spLocks noGrp="1"/>
          </p:cNvSpPr>
          <p:nvPr>
            <p:ph type="body" sz="quarter" idx="25" hasCustomPrompt="1"/>
          </p:nvPr>
        </p:nvSpPr>
        <p:spPr>
          <a:xfrm>
            <a:off x="6585993" y="2007152"/>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8" name="Text Placeholder 11">
            <a:extLst>
              <a:ext uri="{FF2B5EF4-FFF2-40B4-BE49-F238E27FC236}">
                <a16:creationId xmlns:a16="http://schemas.microsoft.com/office/drawing/2014/main" id="{2397C058-DED2-A927-F1FC-4D2262C4D8CC}"/>
              </a:ext>
            </a:extLst>
          </p:cNvPr>
          <p:cNvSpPr>
            <a:spLocks noGrp="1"/>
          </p:cNvSpPr>
          <p:nvPr>
            <p:ph type="body" sz="quarter" idx="26" hasCustomPrompt="1"/>
          </p:nvPr>
        </p:nvSpPr>
        <p:spPr>
          <a:xfrm>
            <a:off x="6585993" y="259976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9" name="Text Placeholder 11">
            <a:extLst>
              <a:ext uri="{FF2B5EF4-FFF2-40B4-BE49-F238E27FC236}">
                <a16:creationId xmlns:a16="http://schemas.microsoft.com/office/drawing/2014/main" id="{17FFBEBF-84C6-4981-C2E8-C48E0CF9A363}"/>
              </a:ext>
            </a:extLst>
          </p:cNvPr>
          <p:cNvSpPr>
            <a:spLocks noGrp="1"/>
          </p:cNvSpPr>
          <p:nvPr>
            <p:ph type="body" sz="quarter" idx="30" hasCustomPrompt="1"/>
          </p:nvPr>
        </p:nvSpPr>
        <p:spPr>
          <a:xfrm>
            <a:off x="6585993" y="3192378"/>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0" name="Text Placeholder 11">
            <a:extLst>
              <a:ext uri="{FF2B5EF4-FFF2-40B4-BE49-F238E27FC236}">
                <a16:creationId xmlns:a16="http://schemas.microsoft.com/office/drawing/2014/main" id="{B50E875C-17E2-59C2-ADA9-61BD0E75B160}"/>
              </a:ext>
            </a:extLst>
          </p:cNvPr>
          <p:cNvSpPr>
            <a:spLocks noGrp="1"/>
          </p:cNvSpPr>
          <p:nvPr>
            <p:ph type="body" sz="quarter" idx="31" hasCustomPrompt="1"/>
          </p:nvPr>
        </p:nvSpPr>
        <p:spPr>
          <a:xfrm>
            <a:off x="6585993" y="3784991"/>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1" name="Text Placeholder 11">
            <a:extLst>
              <a:ext uri="{FF2B5EF4-FFF2-40B4-BE49-F238E27FC236}">
                <a16:creationId xmlns:a16="http://schemas.microsoft.com/office/drawing/2014/main" id="{A9420F04-AF69-214B-65E6-46E3677153F0}"/>
              </a:ext>
            </a:extLst>
          </p:cNvPr>
          <p:cNvSpPr>
            <a:spLocks noGrp="1"/>
          </p:cNvSpPr>
          <p:nvPr>
            <p:ph type="body" sz="quarter" idx="32" hasCustomPrompt="1"/>
          </p:nvPr>
        </p:nvSpPr>
        <p:spPr>
          <a:xfrm>
            <a:off x="6585993" y="437760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2" name="Text Placeholder 11">
            <a:extLst>
              <a:ext uri="{FF2B5EF4-FFF2-40B4-BE49-F238E27FC236}">
                <a16:creationId xmlns:a16="http://schemas.microsoft.com/office/drawing/2014/main" id="{A789EDD1-6A88-C664-0739-2CFCD04A787A}"/>
              </a:ext>
            </a:extLst>
          </p:cNvPr>
          <p:cNvSpPr>
            <a:spLocks noGrp="1"/>
          </p:cNvSpPr>
          <p:nvPr>
            <p:ph type="body" sz="quarter" idx="34" hasCustomPrompt="1"/>
          </p:nvPr>
        </p:nvSpPr>
        <p:spPr>
          <a:xfrm>
            <a:off x="6585993" y="4970219"/>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3" name="Text Placeholder 11">
            <a:extLst>
              <a:ext uri="{FF2B5EF4-FFF2-40B4-BE49-F238E27FC236}">
                <a16:creationId xmlns:a16="http://schemas.microsoft.com/office/drawing/2014/main" id="{892337BD-72AF-D589-5EEB-9C85E19A6825}"/>
              </a:ext>
            </a:extLst>
          </p:cNvPr>
          <p:cNvSpPr>
            <a:spLocks noGrp="1"/>
          </p:cNvSpPr>
          <p:nvPr>
            <p:ph type="body" sz="quarter" idx="35" hasCustomPrompt="1"/>
          </p:nvPr>
        </p:nvSpPr>
        <p:spPr>
          <a:xfrm>
            <a:off x="6585993" y="5562833"/>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Tree>
    <p:extLst>
      <p:ext uri="{BB962C8B-B14F-4D97-AF65-F5344CB8AC3E}">
        <p14:creationId xmlns:p14="http://schemas.microsoft.com/office/powerpoint/2010/main" val="1309262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Agenda 3">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4" name="Rectangle 3">
            <a:extLst>
              <a:ext uri="{FF2B5EF4-FFF2-40B4-BE49-F238E27FC236}">
                <a16:creationId xmlns:a16="http://schemas.microsoft.com/office/drawing/2014/main" id="{A57CC5E8-E0D3-3603-2CC6-A8BAF2820A56}"/>
              </a:ext>
            </a:extLst>
          </p:cNvPr>
          <p:cNvSpPr/>
          <p:nvPr userDrawn="1"/>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Date Placeholder 4">
            <a:extLst>
              <a:ext uri="{FF2B5EF4-FFF2-40B4-BE49-F238E27FC236}">
                <a16:creationId xmlns:a16="http://schemas.microsoft.com/office/drawing/2014/main" id="{C85C206C-01EC-0BBE-D2E8-677FD637D3BC}"/>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6" name="Footer Placeholder 5">
            <a:extLst>
              <a:ext uri="{FF2B5EF4-FFF2-40B4-BE49-F238E27FC236}">
                <a16:creationId xmlns:a16="http://schemas.microsoft.com/office/drawing/2014/main" id="{1A7A574E-257C-8BFC-960C-B7B5AD0FA9BD}"/>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10" name="Slide Number Placeholder 9">
            <a:extLst>
              <a:ext uri="{FF2B5EF4-FFF2-40B4-BE49-F238E27FC236}">
                <a16:creationId xmlns:a16="http://schemas.microsoft.com/office/drawing/2014/main" id="{57BCB7A3-F93F-039D-8ADA-0AF4B6D42BB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Title Placeholder 4">
            <a:extLst>
              <a:ext uri="{FF2B5EF4-FFF2-40B4-BE49-F238E27FC236}">
                <a16:creationId xmlns:a16="http://schemas.microsoft.com/office/drawing/2014/main" id="{5EC122AA-AED0-3A03-5B9E-6472B3239926}"/>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dirty="0"/>
              <a:t>Agenda</a:t>
            </a:r>
            <a:endParaRPr lang="de-DE" dirty="0"/>
          </a:p>
        </p:txBody>
      </p:sp>
    </p:spTree>
    <p:extLst>
      <p:ext uri="{BB962C8B-B14F-4D97-AF65-F5344CB8AC3E}">
        <p14:creationId xmlns:p14="http://schemas.microsoft.com/office/powerpoint/2010/main" val="1939466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chemeClr val="accent3"/>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accent3"/>
                </a:solidFill>
              </a:defRPr>
            </a:lvl1pPr>
          </a:lstStyle>
          <a:p>
            <a:pPr lvl="0"/>
            <a:r>
              <a:rPr lang="en-GB" dirty="0"/>
              <a:t>01</a:t>
            </a:r>
            <a:endParaRPr lang="en-PL" dirty="0"/>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885E1F23-EFE4-7E35-0F49-E02F15D0B1FD}"/>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28027334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tx1"/>
                </a:solidFill>
              </a:defRPr>
            </a:lvl1pPr>
          </a:lstStyle>
          <a:p>
            <a:pPr lvl="0"/>
            <a:r>
              <a:rPr lang="en-GB" dirty="0"/>
              <a:t>01</a:t>
            </a:r>
            <a:endParaRPr lang="en-PL" dirty="0"/>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E5F80359-918C-7AFB-2EA7-23FDF6AB202A}"/>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6" name="Gradient Placeholder 5">
            <a:extLst>
              <a:ext uri="{FF2B5EF4-FFF2-40B4-BE49-F238E27FC236}">
                <a16:creationId xmlns:a16="http://schemas.microsoft.com/office/drawing/2014/main" id="{A495C13D-43B0-F211-D4C3-5938F144C6C6}"/>
              </a:ext>
            </a:extLst>
          </p:cNvPr>
          <p:cNvSpPr>
            <a:spLocks noGrp="1"/>
          </p:cNvSpPr>
          <p:nvPr>
            <p:ph type="body" sz="quarter" idx="28" hasCustomPrompt="1"/>
          </p:nvPr>
        </p:nvSpPr>
        <p:spPr>
          <a:xfrm>
            <a:off x="5159374" y="4257063"/>
            <a:ext cx="7032625"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dirty="0"/>
              <a:t>Gradient in placeholder</a:t>
            </a:r>
          </a:p>
        </p:txBody>
      </p:sp>
      <p:sp>
        <p:nvSpPr>
          <p:cNvPr id="5" name="Logo Placeholder 7">
            <a:extLst>
              <a:ext uri="{FF2B5EF4-FFF2-40B4-BE49-F238E27FC236}">
                <a16:creationId xmlns:a16="http://schemas.microsoft.com/office/drawing/2014/main" id="{0B3C3CBD-E738-C78E-0E05-CABF012E6391}"/>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4333834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9" name="Text Placeholder 4">
            <a:extLst>
              <a:ext uri="{FF2B5EF4-FFF2-40B4-BE49-F238E27FC236}">
                <a16:creationId xmlns:a16="http://schemas.microsoft.com/office/drawing/2014/main" id="{B4666C08-BC72-FDBE-1461-F2EECABF4D42}"/>
              </a:ext>
            </a:extLst>
          </p:cNvPr>
          <p:cNvSpPr>
            <a:spLocks noGrp="1"/>
          </p:cNvSpPr>
          <p:nvPr>
            <p:ph type="body" sz="quarter" idx="23"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dirty="0"/>
              <a:t>01</a:t>
            </a:r>
          </a:p>
        </p:txBody>
      </p:sp>
      <p:sp>
        <p:nvSpPr>
          <p:cNvPr id="11" name="Title 5">
            <a:extLst>
              <a:ext uri="{FF2B5EF4-FFF2-40B4-BE49-F238E27FC236}">
                <a16:creationId xmlns:a16="http://schemas.microsoft.com/office/drawing/2014/main" id="{0B6F8127-33BC-B324-58CF-854CD4CB9479}"/>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337874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13682657-FA28-8301-9AF3-F2AE614DCDE3}"/>
              </a:ext>
            </a:extLst>
          </p:cNvPr>
          <p:cNvSpPr>
            <a:spLocks noGrp="1"/>
          </p:cNvSpPr>
          <p:nvPr>
            <p:ph type="body" sz="quarter" idx="22"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solidFill>
                  <a:schemeClr val="tx1"/>
                </a:solidFill>
              </a:defRPr>
            </a:lvl1pPr>
          </a:lstStyle>
          <a:p>
            <a:pPr lvl="0">
              <a:spcBef>
                <a:spcPts val="0"/>
              </a:spcBef>
            </a:pPr>
            <a:r>
              <a:rPr lang="en-US" dirty="0"/>
              <a:t>01</a:t>
            </a:r>
          </a:p>
        </p:txBody>
      </p:sp>
      <p:sp>
        <p:nvSpPr>
          <p:cNvPr id="9" name="Title 5">
            <a:extLst>
              <a:ext uri="{FF2B5EF4-FFF2-40B4-BE49-F238E27FC236}">
                <a16:creationId xmlns:a16="http://schemas.microsoft.com/office/drawing/2014/main" id="{1861857D-180D-4FE5-399B-DE08A8B1548C}"/>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7" name="Gradient Placeholder 5">
            <a:extLst>
              <a:ext uri="{FF2B5EF4-FFF2-40B4-BE49-F238E27FC236}">
                <a16:creationId xmlns:a16="http://schemas.microsoft.com/office/drawing/2014/main" id="{0571978A-A079-2CFE-0A83-D7D525496E16}"/>
              </a:ext>
            </a:extLst>
          </p:cNvPr>
          <p:cNvSpPr>
            <a:spLocks noGrp="1"/>
          </p:cNvSpPr>
          <p:nvPr>
            <p:ph type="body" sz="quarter" idx="28" hasCustomPrompt="1"/>
          </p:nvPr>
        </p:nvSpPr>
        <p:spPr>
          <a:xfrm rot="16200000">
            <a:off x="-50850" y="3339001"/>
            <a:ext cx="6857998"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accent2"/>
                </a:solidFill>
                <a:effectLst/>
                <a:uLnTx/>
                <a:uFillTx/>
                <a:latin typeface="Ubuntu"/>
              </a:defRPr>
            </a:lvl1pPr>
          </a:lstStyle>
          <a:p>
            <a:pPr lvl="0" algn="ctr">
              <a:spcBef>
                <a:spcPts val="0"/>
              </a:spcBef>
              <a:buFontTx/>
            </a:pPr>
            <a:r>
              <a:rPr lang="en-US" dirty="0"/>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3" name="Logo Placeholder 7">
            <a:extLst>
              <a:ext uri="{FF2B5EF4-FFF2-40B4-BE49-F238E27FC236}">
                <a16:creationId xmlns:a16="http://schemas.microsoft.com/office/drawing/2014/main" id="{DCFC13AE-0F74-A4CB-F711-D9650A2D5CC3}"/>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3026274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77985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50D4F91-45C7-417B-8E2B-E8F582B53B82}"/>
              </a:ext>
            </a:extLst>
          </p:cNvPr>
          <p:cNvSpPr>
            <a:spLocks noGrp="1"/>
          </p:cNvSpPr>
          <p:nvPr>
            <p:ph type="title"/>
          </p:nvPr>
        </p:nvSpPr>
        <p:spPr/>
        <p:txBody>
          <a:bodyPr/>
          <a:lstStyle/>
          <a:p>
            <a:r>
              <a:rPr lang="en-US"/>
              <a:t>Click to edit Master title style</a:t>
            </a:r>
          </a:p>
        </p:txBody>
      </p:sp>
      <p:sp>
        <p:nvSpPr>
          <p:cNvPr id="2" name="Date Placeholder 1">
            <a:extLst>
              <a:ext uri="{FF2B5EF4-FFF2-40B4-BE49-F238E27FC236}">
                <a16:creationId xmlns:a16="http://schemas.microsoft.com/office/drawing/2014/main" id="{2833D816-5C9E-2A40-9E78-51ECB313D899}"/>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 name="Footer Placeholder 2">
            <a:extLst>
              <a:ext uri="{FF2B5EF4-FFF2-40B4-BE49-F238E27FC236}">
                <a16:creationId xmlns:a16="http://schemas.microsoft.com/office/drawing/2014/main" id="{794E6C65-0D28-CB57-A2B5-21758711DFE7}"/>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17755223-45C2-7E94-C304-676F000A4EE4}"/>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443448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3" name="Chapter Placeholder 2">
            <a:extLst>
              <a:ext uri="{FF2B5EF4-FFF2-40B4-BE49-F238E27FC236}">
                <a16:creationId xmlns:a16="http://schemas.microsoft.com/office/drawing/2014/main" id="{23CF6BB0-AE4E-8C5D-62B2-A2216E42A57E}"/>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 name="Title Placeholder 4">
            <a:extLst>
              <a:ext uri="{FF2B5EF4-FFF2-40B4-BE49-F238E27FC236}">
                <a16:creationId xmlns:a16="http://schemas.microsoft.com/office/drawing/2014/main" id="{8616DD99-E5DF-50D2-33AF-495DCBE920C3}"/>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dirty="0"/>
          </a:p>
        </p:txBody>
      </p:sp>
    </p:spTree>
    <p:extLst>
      <p:ext uri="{BB962C8B-B14F-4D97-AF65-F5344CB8AC3E}">
        <p14:creationId xmlns:p14="http://schemas.microsoft.com/office/powerpoint/2010/main" val="22213776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endParaRPr lang="en-US" dirty="0"/>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982144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54880E18-9261-E63B-CB03-844BADE7AE64}"/>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019E92FE-5A18-711B-5160-9AA65A58DEE3}"/>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0" name="Content Placeholder 5">
            <a:extLst>
              <a:ext uri="{FF2B5EF4-FFF2-40B4-BE49-F238E27FC236}">
                <a16:creationId xmlns:a16="http://schemas.microsoft.com/office/drawing/2014/main" id="{29DC02C4-69E4-1466-4B58-A9AE3DE4EE00}"/>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hapter Placeholder 2">
            <a:extLst>
              <a:ext uri="{FF2B5EF4-FFF2-40B4-BE49-F238E27FC236}">
                <a16:creationId xmlns:a16="http://schemas.microsoft.com/office/drawing/2014/main" id="{87F47C03-95E0-E83E-1625-0EE59F600C9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2458808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Text Placeholder 9">
            <a:extLst>
              <a:ext uri="{FF2B5EF4-FFF2-40B4-BE49-F238E27FC236}">
                <a16:creationId xmlns:a16="http://schemas.microsoft.com/office/drawing/2014/main" id="{D5413FD6-CC71-0BBC-BD58-8FB1021590F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5594447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25A263D2-B0DE-B389-B995-EAF85F8F772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E424A66F-C6AA-DB93-F283-9B8E0095FE3A}"/>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9" name="Chapter Placeholder 2">
            <a:extLst>
              <a:ext uri="{FF2B5EF4-FFF2-40B4-BE49-F238E27FC236}">
                <a16:creationId xmlns:a16="http://schemas.microsoft.com/office/drawing/2014/main" id="{4B67ACC0-0B24-726E-19DC-02446FF83EB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8034543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endParaRPr lang="en-US" dirty="0"/>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220210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endParaRPr lang="en-US" dirty="0"/>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69334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endParaRPr lang="en-US" dirty="0"/>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3103676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4906851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styles</a:t>
            </a:r>
          </a:p>
        </p:txBody>
      </p:sp>
    </p:spTree>
    <p:extLst>
      <p:ext uri="{BB962C8B-B14F-4D97-AF65-F5344CB8AC3E}">
        <p14:creationId xmlns:p14="http://schemas.microsoft.com/office/powerpoint/2010/main" val="647113677"/>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endParaRPr lang="en-US" dirty="0"/>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styles</a:t>
            </a:r>
          </a:p>
        </p:txBody>
      </p:sp>
    </p:spTree>
    <p:extLst>
      <p:ext uri="{BB962C8B-B14F-4D97-AF65-F5344CB8AC3E}">
        <p14:creationId xmlns:p14="http://schemas.microsoft.com/office/powerpoint/2010/main" val="4185219580"/>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endParaRPr lang="en-US" dirty="0"/>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426378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endParaRPr lang="en-US" dirty="0"/>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5568275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endParaRPr lang="en-US" dirty="0"/>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052037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54954041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dirty="0"/>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Tree>
    <p:extLst>
      <p:ext uri="{BB962C8B-B14F-4D97-AF65-F5344CB8AC3E}">
        <p14:creationId xmlns:p14="http://schemas.microsoft.com/office/powerpoint/2010/main" val="150065836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dirty="0"/>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8799897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4671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29252953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3376362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49825404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endParaRPr lang="en-US" dirty="0"/>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5692590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394995117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endParaRPr lang="en-US" dirty="0"/>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Logo Placeholder 7">
            <a:extLst>
              <a:ext uri="{FF2B5EF4-FFF2-40B4-BE49-F238E27FC236}">
                <a16:creationId xmlns:a16="http://schemas.microsoft.com/office/drawing/2014/main" id="{2C0724B7-40BF-BDCC-6CC1-FE3B5F77D155}"/>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7523306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68071748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endParaRPr lang="en-US" dirty="0"/>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81565469"/>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849126935"/>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endParaRPr lang="en-US" dirty="0"/>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6716415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endParaRPr lang="en-US" dirty="0"/>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400011054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dirty="0"/>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3242831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endParaRPr lang="en-US" dirty="0"/>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3590379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solidFill>
                  <a:schemeClr val="bg1"/>
                </a:solidFill>
                <a:effectLst>
                  <a:outerShdw blurRad="1016000" dir="5400000" algn="ctr" rotWithShape="0">
                    <a:schemeClr val="tx1">
                      <a:alpha val="49641"/>
                    </a:schemeClr>
                  </a:outerShdw>
                </a:effectLst>
              </a:defRPr>
            </a:lvl1pPr>
          </a:lstStyle>
          <a:p>
            <a:r>
              <a:rPr lang="en-US"/>
              <a:t>Click to edit Master title style</a:t>
            </a:r>
            <a:endParaRPr lang="en-US" dirty="0"/>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solidFill>
                  <a:schemeClr val="bg1"/>
                </a:solidFill>
              </a:defRPr>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50BC5634-6A28-9D33-20CF-70AC9E959BE7}"/>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185325503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p:spPr>
        <p:txBody>
          <a:bodyPr anchor="t">
            <a:noAutofit/>
          </a:bodyPr>
          <a:lstStyle>
            <a:lvl1pPr>
              <a:defRPr sz="4800"/>
            </a:lvl1pPr>
          </a:lstStyle>
          <a:p>
            <a:r>
              <a:rPr lang="en-US"/>
              <a:t>Click to edit Master title style</a:t>
            </a:r>
            <a:endParaRPr lang="en-US" dirty="0"/>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12013154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5459D9FD-10B1-F1DE-30EA-A0D3AFDA68E8}"/>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313976179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34830084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p:spPr>
        <p:txBody>
          <a:bodyPr anchor="t">
            <a:noAutofit/>
          </a:bodyPr>
          <a:lstStyle>
            <a:lvl1pPr>
              <a:defRPr sz="2400">
                <a:solidFill>
                  <a:schemeClr val="bg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solidFill>
                  <a:schemeClr val="bg1"/>
                </a:solidFill>
              </a:defRPr>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ED7570D-FB24-0E99-F979-503094A97154}"/>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23781070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3971991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p:spPr>
        <p:txBody>
          <a:bodyPr anchor="b">
            <a:noAutofit/>
          </a:bodyPr>
          <a:lstStyle>
            <a:lvl1pPr algn="r">
              <a:defRPr sz="4800">
                <a:solidFill>
                  <a:schemeClr val="bg1"/>
                </a:solidFill>
              </a:defRPr>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84DB15FA-DBE5-94F0-C763-DAB527467EF9}"/>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32379928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dirty="0">
                <a:solidFill>
                  <a:schemeClr val="tx1"/>
                </a:solidFill>
                <a:cs typeface="Arial"/>
              </a:rPr>
              <a:t>Name, Last Name</a:t>
            </a:r>
          </a:p>
          <a:p>
            <a:pPr>
              <a:lnSpc>
                <a:spcPts val="1200"/>
              </a:lnSpc>
            </a:pPr>
            <a:r>
              <a:rPr lang="en-US" sz="1000" b="0" i="0" dirty="0">
                <a:solidFill>
                  <a:schemeClr val="tx1"/>
                </a:solidFill>
                <a:cs typeface="Arial"/>
              </a:rPr>
              <a:t>Title/Role</a:t>
            </a:r>
          </a:p>
          <a:p>
            <a:pPr>
              <a:lnSpc>
                <a:spcPts val="1200"/>
              </a:lnSpc>
            </a:pPr>
            <a:r>
              <a:rPr lang="en-US" sz="1000" b="0" i="0" dirty="0">
                <a:solidFill>
                  <a:schemeClr val="tx1"/>
                </a:solidFill>
                <a:cs typeface="Arial"/>
              </a:rPr>
              <a:t>Capgemini Office (Optional)</a:t>
            </a:r>
          </a:p>
          <a:p>
            <a:pPr>
              <a:lnSpc>
                <a:spcPts val="1200"/>
              </a:lnSpc>
            </a:pPr>
            <a:r>
              <a:rPr lang="en-US" sz="1000" b="0" i="0" dirty="0">
                <a:solidFill>
                  <a:schemeClr val="tx1"/>
                </a:solidFill>
                <a:cs typeface="Arial"/>
              </a:rPr>
              <a:t>Address Line 1</a:t>
            </a:r>
          </a:p>
          <a:p>
            <a:pPr>
              <a:lnSpc>
                <a:spcPts val="1200"/>
              </a:lnSpc>
            </a:pPr>
            <a:r>
              <a:rPr lang="en-US" sz="1000" b="0" i="0" dirty="0">
                <a:solidFill>
                  <a:schemeClr val="tx1"/>
                </a:solidFill>
                <a:cs typeface="Arial"/>
              </a:rPr>
              <a:t>Address Line 2 </a:t>
            </a:r>
          </a:p>
          <a:p>
            <a:pPr>
              <a:lnSpc>
                <a:spcPts val="1200"/>
              </a:lnSpc>
            </a:pPr>
            <a:r>
              <a:rPr lang="en-US" sz="1000" b="0" i="0" dirty="0">
                <a:solidFill>
                  <a:schemeClr val="tx1"/>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dirty="0">
                <a:solidFill>
                  <a:schemeClr val="tx1"/>
                </a:solidFill>
                <a:cs typeface="Arial"/>
              </a:rPr>
              <a:t>Name, Last Name</a:t>
            </a:r>
          </a:p>
          <a:p>
            <a:pPr>
              <a:lnSpc>
                <a:spcPts val="1200"/>
              </a:lnSpc>
            </a:pPr>
            <a:r>
              <a:rPr lang="en-US" sz="1000" b="0" i="0" dirty="0">
                <a:solidFill>
                  <a:schemeClr val="tx1"/>
                </a:solidFill>
                <a:cs typeface="Arial"/>
              </a:rPr>
              <a:t>Title/Role</a:t>
            </a:r>
          </a:p>
          <a:p>
            <a:pPr>
              <a:lnSpc>
                <a:spcPts val="1200"/>
              </a:lnSpc>
            </a:pPr>
            <a:r>
              <a:rPr lang="en-US" sz="1000" b="0" i="0" dirty="0">
                <a:solidFill>
                  <a:schemeClr val="tx1"/>
                </a:solidFill>
                <a:cs typeface="Arial"/>
              </a:rPr>
              <a:t>Capgemini Office (Optional)</a:t>
            </a:r>
          </a:p>
          <a:p>
            <a:pPr>
              <a:lnSpc>
                <a:spcPts val="1200"/>
              </a:lnSpc>
            </a:pPr>
            <a:r>
              <a:rPr lang="en-US" sz="1000" b="0" i="0" dirty="0">
                <a:solidFill>
                  <a:schemeClr val="tx1"/>
                </a:solidFill>
                <a:cs typeface="Arial"/>
              </a:rPr>
              <a:t>Address Line 1</a:t>
            </a:r>
          </a:p>
          <a:p>
            <a:pPr>
              <a:lnSpc>
                <a:spcPts val="1200"/>
              </a:lnSpc>
            </a:pPr>
            <a:r>
              <a:rPr lang="en-US" sz="1000" b="0" i="0" dirty="0">
                <a:solidFill>
                  <a:schemeClr val="tx1"/>
                </a:solidFill>
                <a:cs typeface="Arial"/>
              </a:rPr>
              <a:t>Address Line 2 </a:t>
            </a:r>
          </a:p>
          <a:p>
            <a:pPr>
              <a:lnSpc>
                <a:spcPts val="1200"/>
              </a:lnSpc>
            </a:pPr>
            <a:r>
              <a:rPr lang="en-US" sz="1000" b="0" i="0" dirty="0">
                <a:solidFill>
                  <a:schemeClr val="tx1"/>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dirty="0">
                <a:solidFill>
                  <a:schemeClr val="tx1"/>
                </a:solidFill>
                <a:cs typeface="Arial"/>
              </a:rPr>
              <a:t>Name, Last Name</a:t>
            </a:r>
          </a:p>
          <a:p>
            <a:pPr>
              <a:lnSpc>
                <a:spcPts val="1200"/>
              </a:lnSpc>
            </a:pPr>
            <a:r>
              <a:rPr lang="en-US" sz="1000" b="0" i="0" dirty="0">
                <a:solidFill>
                  <a:schemeClr val="tx1"/>
                </a:solidFill>
                <a:cs typeface="Arial"/>
              </a:rPr>
              <a:t>Title/Role</a:t>
            </a:r>
          </a:p>
          <a:p>
            <a:pPr>
              <a:lnSpc>
                <a:spcPts val="1200"/>
              </a:lnSpc>
            </a:pPr>
            <a:r>
              <a:rPr lang="en-US" sz="1000" b="0" i="0" dirty="0">
                <a:solidFill>
                  <a:schemeClr val="tx1"/>
                </a:solidFill>
                <a:cs typeface="Arial"/>
              </a:rPr>
              <a:t>Capgemini Office (Optional)</a:t>
            </a:r>
          </a:p>
          <a:p>
            <a:pPr>
              <a:lnSpc>
                <a:spcPts val="1200"/>
              </a:lnSpc>
            </a:pPr>
            <a:r>
              <a:rPr lang="en-US" sz="1000" b="0" i="0" dirty="0">
                <a:solidFill>
                  <a:schemeClr val="tx1"/>
                </a:solidFill>
                <a:cs typeface="Arial"/>
              </a:rPr>
              <a:t>Address Line 1</a:t>
            </a:r>
          </a:p>
          <a:p>
            <a:pPr>
              <a:lnSpc>
                <a:spcPts val="1200"/>
              </a:lnSpc>
            </a:pPr>
            <a:r>
              <a:rPr lang="en-US" sz="1000" b="0" i="0" dirty="0">
                <a:solidFill>
                  <a:schemeClr val="tx1"/>
                </a:solidFill>
                <a:cs typeface="Arial"/>
              </a:rPr>
              <a:t>Address Line 2 </a:t>
            </a:r>
          </a:p>
          <a:p>
            <a:pPr>
              <a:lnSpc>
                <a:spcPts val="1200"/>
              </a:lnSpc>
            </a:pPr>
            <a:r>
              <a:rPr lang="en-US" sz="1000" b="0" i="0" dirty="0">
                <a:solidFill>
                  <a:schemeClr val="tx1"/>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dirty="0">
                <a:solidFill>
                  <a:schemeClr val="tx1"/>
                </a:solidFill>
                <a:cs typeface="Arial"/>
              </a:rPr>
              <a:t>Name, Last Name</a:t>
            </a:r>
          </a:p>
          <a:p>
            <a:pPr>
              <a:lnSpc>
                <a:spcPts val="1200"/>
              </a:lnSpc>
            </a:pPr>
            <a:r>
              <a:rPr lang="en-US" sz="1000" b="0" i="0" dirty="0">
                <a:solidFill>
                  <a:schemeClr val="tx1"/>
                </a:solidFill>
                <a:cs typeface="Arial"/>
              </a:rPr>
              <a:t>Title/Role</a:t>
            </a:r>
          </a:p>
          <a:p>
            <a:pPr>
              <a:lnSpc>
                <a:spcPts val="1200"/>
              </a:lnSpc>
            </a:pPr>
            <a:r>
              <a:rPr lang="en-US" sz="1000" b="0" i="0" dirty="0">
                <a:solidFill>
                  <a:schemeClr val="tx1"/>
                </a:solidFill>
                <a:cs typeface="Arial"/>
              </a:rPr>
              <a:t>Capgemini Office (Optional)</a:t>
            </a:r>
          </a:p>
          <a:p>
            <a:pPr>
              <a:lnSpc>
                <a:spcPts val="1200"/>
              </a:lnSpc>
            </a:pPr>
            <a:r>
              <a:rPr lang="en-US" sz="1000" b="0" i="0" dirty="0">
                <a:solidFill>
                  <a:schemeClr val="tx1"/>
                </a:solidFill>
                <a:cs typeface="Arial"/>
              </a:rPr>
              <a:t>Address Line 1</a:t>
            </a:r>
          </a:p>
          <a:p>
            <a:pPr>
              <a:lnSpc>
                <a:spcPts val="1200"/>
              </a:lnSpc>
            </a:pPr>
            <a:r>
              <a:rPr lang="en-US" sz="1000" b="0" i="0" dirty="0">
                <a:solidFill>
                  <a:schemeClr val="tx1"/>
                </a:solidFill>
                <a:cs typeface="Arial"/>
              </a:rPr>
              <a:t>Address Line 2 </a:t>
            </a:r>
          </a:p>
          <a:p>
            <a:pPr>
              <a:lnSpc>
                <a:spcPts val="1200"/>
              </a:lnSpc>
            </a:pPr>
            <a:r>
              <a:rPr lang="en-US" sz="1000" b="0" i="0" dirty="0">
                <a:solidFill>
                  <a:schemeClr val="tx1"/>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tx1"/>
                </a:solidFill>
                <a:latin typeface="+mn-lt"/>
                <a:cs typeface="Arial"/>
              </a:rPr>
              <a:t>Copyright © 2026 Capgemini. All rights reserved.</a:t>
            </a:r>
          </a:p>
        </p:txBody>
      </p:sp>
      <p:grpSp>
        <p:nvGrpSpPr>
          <p:cNvPr id="13" name="Group 2">
            <a:extLst>
              <a:ext uri="{FF2B5EF4-FFF2-40B4-BE49-F238E27FC236}">
                <a16:creationId xmlns:a16="http://schemas.microsoft.com/office/drawing/2014/main" id="{05772BD3-A81C-1CF6-82C7-FB11ED473A69}"/>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14" name="Freeform: Shape 4">
              <a:extLst>
                <a:ext uri="{FF2B5EF4-FFF2-40B4-BE49-F238E27FC236}">
                  <a16:creationId xmlns:a16="http://schemas.microsoft.com/office/drawing/2014/main" id="{65F4C06B-3F4B-043B-465F-2B296AB672AA}"/>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15" name="Freeform: Shape 5">
              <a:extLst>
                <a:ext uri="{FF2B5EF4-FFF2-40B4-BE49-F238E27FC236}">
                  <a16:creationId xmlns:a16="http://schemas.microsoft.com/office/drawing/2014/main" id="{0453F664-4E3E-18BB-40D3-004FB3A82BF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16" name="Freeform: Shape 6">
              <a:extLst>
                <a:ext uri="{FF2B5EF4-FFF2-40B4-BE49-F238E27FC236}">
                  <a16:creationId xmlns:a16="http://schemas.microsoft.com/office/drawing/2014/main" id="{3AB8D922-277A-8D02-3B17-31150F2469B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17" name="Freeform: Shape 7">
              <a:extLst>
                <a:ext uri="{FF2B5EF4-FFF2-40B4-BE49-F238E27FC236}">
                  <a16:creationId xmlns:a16="http://schemas.microsoft.com/office/drawing/2014/main" id="{3D3851EE-A1E2-2A22-50AE-7CA5E1ABE91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18" name="Freeform: Shape 8">
              <a:extLst>
                <a:ext uri="{FF2B5EF4-FFF2-40B4-BE49-F238E27FC236}">
                  <a16:creationId xmlns:a16="http://schemas.microsoft.com/office/drawing/2014/main" id="{5A7D9DCF-973E-E84F-5D6E-861D2543EC1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sp>
        <p:nvSpPr>
          <p:cNvPr id="46" name="Rectangle 45">
            <a:extLst>
              <a:ext uri="{FF2B5EF4-FFF2-40B4-BE49-F238E27FC236}">
                <a16:creationId xmlns:a16="http://schemas.microsoft.com/office/drawing/2014/main" id="{518C19CA-236B-538A-7BAE-5BEFF8D5CC22}"/>
              </a:ext>
            </a:extLst>
          </p:cNvPr>
          <p:cNvSpPr/>
          <p:nvPr userDrawn="1"/>
        </p:nvSpPr>
        <p:spPr>
          <a:xfrm>
            <a:off x="550863" y="2834640"/>
            <a:ext cx="4345176" cy="8102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Ubuntu" panose="020B0504030602030204" pitchFamily="34" charset="0"/>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Ubuntu" panose="020B0504030602030204" pitchFamily="34" charset="0"/>
              </a:rPr>
              <a:t>w</a:t>
            </a:r>
            <a:r>
              <a:rPr lang="en-US" sz="1050" err="1">
                <a:solidFill>
                  <a:schemeClr val="tx1"/>
                </a:solidFill>
                <a:latin typeface="Ubuntu" panose="020B0504030602030204" pitchFamily="34" charset="0"/>
              </a:rPr>
              <a:t>ww.capgemini.com</a:t>
            </a:r>
            <a:endParaRPr lang="en-US" sz="1050">
              <a:solidFill>
                <a:schemeClr val="tx1"/>
              </a:solidFill>
              <a:latin typeface="Ubuntu" panose="020B0504030602030204" pitchFamily="34" charset="0"/>
            </a:endParaRPr>
          </a:p>
        </p:txBody>
      </p:sp>
      <p:sp>
        <p:nvSpPr>
          <p:cNvPr id="47" name="Rectangle 46">
            <a:extLst>
              <a:ext uri="{FF2B5EF4-FFF2-40B4-BE49-F238E27FC236}">
                <a16:creationId xmlns:a16="http://schemas.microsoft.com/office/drawing/2014/main" id="{5177A11C-B996-1AA2-5148-35CA703F28CC}"/>
              </a:ext>
            </a:extLst>
          </p:cNvPr>
          <p:cNvSpPr/>
          <p:nvPr userDrawn="1"/>
        </p:nvSpPr>
        <p:spPr>
          <a:xfrm>
            <a:off x="550864" y="85446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tx2"/>
              </a:solidFill>
              <a:latin typeface="Ubuntu" panose="020B0504030602030204" pitchFamily="34" charset="0"/>
            </a:endParaRPr>
          </a:p>
        </p:txBody>
      </p:sp>
      <p:grpSp>
        <p:nvGrpSpPr>
          <p:cNvPr id="3" name="Group 2">
            <a:extLst>
              <a:ext uri="{FF2B5EF4-FFF2-40B4-BE49-F238E27FC236}">
                <a16:creationId xmlns:a16="http://schemas.microsoft.com/office/drawing/2014/main" id="{032EA5D1-01BC-8547-E583-F4461E337B07}"/>
              </a:ext>
            </a:extLst>
          </p:cNvPr>
          <p:cNvGrpSpPr/>
          <p:nvPr userDrawn="1"/>
        </p:nvGrpSpPr>
        <p:grpSpPr>
          <a:xfrm>
            <a:off x="8904288" y="5569004"/>
            <a:ext cx="1951070" cy="335280"/>
            <a:chOff x="8904288" y="5569004"/>
            <a:chExt cx="1951070" cy="335280"/>
          </a:xfrm>
        </p:grpSpPr>
        <p:pic>
          <p:nvPicPr>
            <p:cNvPr id="4" name="Picture 3">
              <a:hlinkClick r:id="rId6"/>
              <a:extLst>
                <a:ext uri="{FF2B5EF4-FFF2-40B4-BE49-F238E27FC236}">
                  <a16:creationId xmlns:a16="http://schemas.microsoft.com/office/drawing/2014/main" id="{C1B41439-3F63-921A-4BD5-954D4B0AE65E}"/>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5" name="Picture 4">
              <a:hlinkClick r:id="rId8"/>
              <a:extLst>
                <a:ext uri="{FF2B5EF4-FFF2-40B4-BE49-F238E27FC236}">
                  <a16:creationId xmlns:a16="http://schemas.microsoft.com/office/drawing/2014/main" id="{37B0DA3B-A3DD-C023-D858-9A326B5F72BD}"/>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6" name="Picture 5">
              <a:hlinkClick r:id="rId10"/>
              <a:extLst>
                <a:ext uri="{FF2B5EF4-FFF2-40B4-BE49-F238E27FC236}">
                  <a16:creationId xmlns:a16="http://schemas.microsoft.com/office/drawing/2014/main" id="{3394EDB2-3A11-9E1B-C773-9456BC7E3880}"/>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11" name="Picture 10">
              <a:hlinkClick r:id="rId12"/>
              <a:extLst>
                <a:ext uri="{FF2B5EF4-FFF2-40B4-BE49-F238E27FC236}">
                  <a16:creationId xmlns:a16="http://schemas.microsoft.com/office/drawing/2014/main" id="{3C9E59E1-109A-2B7A-17AB-C8C07EDBA3F4}"/>
                </a:ext>
              </a:extLst>
            </p:cNvPr>
            <p:cNvPicPr>
              <a:picLocks noChangeAspect="1"/>
            </p:cNvPicPr>
            <p:nvPr userDrawn="1"/>
          </p:nvPicPr>
          <p:blipFill rotWithShape="1">
            <a:blip r:embed="rId13"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21" name="Picture 20">
              <a:hlinkClick r:id="rId14"/>
              <a:extLst>
                <a:ext uri="{FF2B5EF4-FFF2-40B4-BE49-F238E27FC236}">
                  <a16:creationId xmlns:a16="http://schemas.microsoft.com/office/drawing/2014/main" id="{9C4FF414-462F-3E96-E9B0-58F7C38DE8F7}"/>
                </a:ext>
              </a:extLst>
            </p:cNvPr>
            <p:cNvPicPr>
              <a:picLocks noChangeAspect="1"/>
            </p:cNvPicPr>
            <p:nvPr userDrawn="1"/>
          </p:nvPicPr>
          <p:blipFill rotWithShape="1">
            <a:blip r:embed="rId15"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9" name="Rectangle 18">
            <a:extLst>
              <a:ext uri="{FF2B5EF4-FFF2-40B4-BE49-F238E27FC236}">
                <a16:creationId xmlns:a16="http://schemas.microsoft.com/office/drawing/2014/main" id="{AB8926FF-D001-F0F8-2F91-96975E5F641A}"/>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450644737"/>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mn-lt"/>
              </a:rPr>
              <a:t>w</a:t>
            </a:r>
            <a:r>
              <a:rPr lang="en-US" sz="1050" err="1">
                <a:solidFill>
                  <a:schemeClr val="tx1"/>
                </a:solidFill>
                <a:latin typeface="+mn-lt"/>
              </a:rPr>
              <a:t>ww.capgemini.com</a:t>
            </a:r>
            <a:endParaRPr lang="en-US" sz="1050">
              <a:solidFill>
                <a:schemeClr val="tx1"/>
              </a:solidFill>
              <a:latin typeface="+mn-lt"/>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0" name="Rectangle 9">
            <a:extLst>
              <a:ext uri="{FF2B5EF4-FFF2-40B4-BE49-F238E27FC236}">
                <a16:creationId xmlns:a16="http://schemas.microsoft.com/office/drawing/2014/main" id="{0B26CCF1-BAF6-4FCD-3421-F3BD01B6E50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tx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D466A9AF-E76C-000E-9F10-562BABF34749}"/>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Tree>
    <p:extLst>
      <p:ext uri="{BB962C8B-B14F-4D97-AF65-F5344CB8AC3E}">
        <p14:creationId xmlns:p14="http://schemas.microsoft.com/office/powerpoint/2010/main" val="68109750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dirty="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dirty="0">
                <a:solidFill>
                  <a:schemeClr val="tx1"/>
                </a:solidFill>
                <a:latin typeface="+mn-lt"/>
              </a:rPr>
              <a:t>w</a:t>
            </a:r>
            <a:r>
              <a:rPr lang="en-US" sz="1050" dirty="0">
                <a:solidFill>
                  <a:schemeClr val="tx1"/>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3" name="Rectangle 2">
            <a:extLst>
              <a:ext uri="{FF2B5EF4-FFF2-40B4-BE49-F238E27FC236}">
                <a16:creationId xmlns:a16="http://schemas.microsoft.com/office/drawing/2014/main" id="{1155318A-338B-B8C0-FF10-912D1F195A64}"/>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bg1"/>
                </a:solidFill>
                <a:latin typeface="+mn-lt"/>
                <a:cs typeface="Arial"/>
              </a:rPr>
              <a:t>Copyright © 2026 Capgemini. All rights reserved.</a:t>
            </a:r>
          </a:p>
        </p:txBody>
      </p:sp>
      <p:sp>
        <p:nvSpPr>
          <p:cNvPr id="4" name="Rectangle 3">
            <a:extLst>
              <a:ext uri="{FF2B5EF4-FFF2-40B4-BE49-F238E27FC236}">
                <a16:creationId xmlns:a16="http://schemas.microsoft.com/office/drawing/2014/main" id="{B1DCB544-C864-D4C7-146D-83B61717B1E6}"/>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Tree>
    <p:extLst>
      <p:ext uri="{BB962C8B-B14F-4D97-AF65-F5344CB8AC3E}">
        <p14:creationId xmlns:p14="http://schemas.microsoft.com/office/powerpoint/2010/main" val="336297466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81F7FEC-E6B6-10B8-AA55-DB9407CA974C}"/>
              </a:ext>
            </a:extLst>
          </p:cNvPr>
          <p:cNvSpPr/>
          <p:nvPr userDrawn="1"/>
        </p:nvSpPr>
        <p:spPr>
          <a:xfrm>
            <a:off x="0" y="0"/>
            <a:ext cx="8904287" cy="6858000"/>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0" name="Group 2">
            <a:extLst>
              <a:ext uri="{FF2B5EF4-FFF2-40B4-BE49-F238E27FC236}">
                <a16:creationId xmlns:a16="http://schemas.microsoft.com/office/drawing/2014/main" id="{20C282E8-B779-5DAA-704A-E50E7544BA37}"/>
              </a:ext>
            </a:extLst>
          </p:cNvPr>
          <p:cNvGrpSpPr>
            <a:grpSpLocks noChangeAspect="1"/>
          </p:cNvGrpSpPr>
          <p:nvPr userDrawn="1"/>
        </p:nvGrpSpPr>
        <p:grpSpPr>
          <a:xfrm>
            <a:off x="9912013" y="409248"/>
            <a:ext cx="1872000" cy="420870"/>
            <a:chOff x="5094083" y="5360390"/>
            <a:chExt cx="3039349" cy="683316"/>
          </a:xfrm>
          <a:solidFill>
            <a:schemeClr val="bg1"/>
          </a:solidFill>
        </p:grpSpPr>
        <p:sp>
          <p:nvSpPr>
            <p:cNvPr id="11" name="Freeform: Shape 4">
              <a:extLst>
                <a:ext uri="{FF2B5EF4-FFF2-40B4-BE49-F238E27FC236}">
                  <a16:creationId xmlns:a16="http://schemas.microsoft.com/office/drawing/2014/main" id="{FA575874-5246-9781-3E42-3E1A78C02D61}"/>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2" name="Freeform: Shape 5">
              <a:extLst>
                <a:ext uri="{FF2B5EF4-FFF2-40B4-BE49-F238E27FC236}">
                  <a16:creationId xmlns:a16="http://schemas.microsoft.com/office/drawing/2014/main" id="{A34D361E-7FD8-EBFB-E2BD-F6CC08453E5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6" name="Freeform: Shape 6">
              <a:extLst>
                <a:ext uri="{FF2B5EF4-FFF2-40B4-BE49-F238E27FC236}">
                  <a16:creationId xmlns:a16="http://schemas.microsoft.com/office/drawing/2014/main" id="{7EA8E7DF-6815-A75C-34E5-FAC28FCC42E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17" name="Freeform: Shape 7">
              <a:extLst>
                <a:ext uri="{FF2B5EF4-FFF2-40B4-BE49-F238E27FC236}">
                  <a16:creationId xmlns:a16="http://schemas.microsoft.com/office/drawing/2014/main" id="{8C699B9F-B193-13FA-93D2-36054DF8725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18" name="Freeform: Shape 8">
              <a:extLst>
                <a:ext uri="{FF2B5EF4-FFF2-40B4-BE49-F238E27FC236}">
                  <a16:creationId xmlns:a16="http://schemas.microsoft.com/office/drawing/2014/main" id="{2B783872-07DC-0926-4F3C-B0E6983D69A1}"/>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19" name="Rectangle 18">
            <a:extLst>
              <a:ext uri="{FF2B5EF4-FFF2-40B4-BE49-F238E27FC236}">
                <a16:creationId xmlns:a16="http://schemas.microsoft.com/office/drawing/2014/main" id="{9C789090-3FD4-F46C-7832-E4588D7057D9}"/>
              </a:ext>
            </a:extLst>
          </p:cNvPr>
          <p:cNvSpPr/>
          <p:nvPr userDrawn="1"/>
        </p:nvSpPr>
        <p:spPr>
          <a:xfrm rot="16200000">
            <a:off x="5403547"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4" name="Title 1">
            <a:extLst>
              <a:ext uri="{FF2B5EF4-FFF2-40B4-BE49-F238E27FC236}">
                <a16:creationId xmlns:a16="http://schemas.microsoft.com/office/drawing/2014/main" id="{C0D8861B-6BA5-0B37-A5AA-9F33E227B5AC}"/>
              </a:ext>
            </a:extLst>
          </p:cNvPr>
          <p:cNvSpPr>
            <a:spLocks noGrp="1"/>
          </p:cNvSpPr>
          <p:nvPr>
            <p:ph type="title"/>
          </p:nvPr>
        </p:nvSpPr>
        <p:spPr>
          <a:xfrm>
            <a:off x="445713" y="980728"/>
            <a:ext cx="7313049" cy="4104456"/>
          </a:xfrm>
          <a:prstGeom prst="rect">
            <a:avLst/>
          </a:prstGeom>
        </p:spPr>
        <p:txBody>
          <a:bodyPr vert="horz" lIns="0" tIns="0" rIns="0" bIns="126000" rtlCol="0" anchor="b" anchorCtr="0">
            <a:noAutofit/>
          </a:bodyPr>
          <a:lstStyle>
            <a:lvl1pPr>
              <a:defRPr lang="en-PL" sz="7200" dirty="0">
                <a:solidFill>
                  <a:schemeClr val="tx1"/>
                </a:solidFill>
                <a:latin typeface="Ubuntu Light" panose="020B0304030602030204" pitchFamily="34" charset="0"/>
              </a:defRPr>
            </a:lvl1pPr>
          </a:lstStyle>
          <a:p>
            <a:pPr lvl="0"/>
            <a:r>
              <a:rPr lang="en-GB"/>
              <a:t>Click to edit Master title style</a:t>
            </a:r>
            <a:endParaRPr lang="en-PL" dirty="0"/>
          </a:p>
        </p:txBody>
      </p:sp>
      <p:sp>
        <p:nvSpPr>
          <p:cNvPr id="25" name="Text Placeholder 3">
            <a:extLst>
              <a:ext uri="{FF2B5EF4-FFF2-40B4-BE49-F238E27FC236}">
                <a16:creationId xmlns:a16="http://schemas.microsoft.com/office/drawing/2014/main" id="{3B9374BA-C8B1-A1D0-9A65-333E33117246}"/>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tx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26" name="Text Placeholder 3">
            <a:extLst>
              <a:ext uri="{FF2B5EF4-FFF2-40B4-BE49-F238E27FC236}">
                <a16:creationId xmlns:a16="http://schemas.microsoft.com/office/drawing/2014/main" id="{F387357E-4D3C-156F-CE48-0326D02177F5}"/>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tx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Tree>
    <p:extLst>
      <p:ext uri="{BB962C8B-B14F-4D97-AF65-F5344CB8AC3E}">
        <p14:creationId xmlns:p14="http://schemas.microsoft.com/office/powerpoint/2010/main" val="400769845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prstGeom prst="rect">
            <a:avLst/>
          </a:prstGeo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dirty="0"/>
              <a:t>Click to edit Master title style</a:t>
            </a:r>
            <a:endParaRPr lang="en-PL" dirty="0"/>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bg1"/>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2021588625"/>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grpSp>
        <p:nvGrpSpPr>
          <p:cNvPr id="5" name="Group 2">
            <a:extLst>
              <a:ext uri="{FF2B5EF4-FFF2-40B4-BE49-F238E27FC236}">
                <a16:creationId xmlns:a16="http://schemas.microsoft.com/office/drawing/2014/main" id="{97C43731-60F1-A1BC-E630-11D1BE6DDE01}"/>
              </a:ext>
            </a:extLst>
          </p:cNvPr>
          <p:cNvGrpSpPr>
            <a:grpSpLocks noChangeAspect="1"/>
          </p:cNvGrpSpPr>
          <p:nvPr userDrawn="1"/>
        </p:nvGrpSpPr>
        <p:grpSpPr>
          <a:xfrm>
            <a:off x="368802" y="6162345"/>
            <a:ext cx="1872000" cy="420870"/>
            <a:chOff x="5094083" y="5360390"/>
            <a:chExt cx="3039349" cy="683316"/>
          </a:xfrm>
          <a:solidFill>
            <a:schemeClr val="bg2"/>
          </a:solidFill>
        </p:grpSpPr>
        <p:sp>
          <p:nvSpPr>
            <p:cNvPr id="13" name="Freeform: Shape 4">
              <a:extLst>
                <a:ext uri="{FF2B5EF4-FFF2-40B4-BE49-F238E27FC236}">
                  <a16:creationId xmlns:a16="http://schemas.microsoft.com/office/drawing/2014/main" id="{E46A43A4-DCDF-7C78-DDEA-21BACBE7C71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D4834A30-F65C-87DF-9AD8-668233946F3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5" name="Freeform: Shape 6">
              <a:extLst>
                <a:ext uri="{FF2B5EF4-FFF2-40B4-BE49-F238E27FC236}">
                  <a16:creationId xmlns:a16="http://schemas.microsoft.com/office/drawing/2014/main" id="{97CAB39C-AC38-78BE-6460-1AC31467E31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7" name="Freeform: Shape 7">
              <a:extLst>
                <a:ext uri="{FF2B5EF4-FFF2-40B4-BE49-F238E27FC236}">
                  <a16:creationId xmlns:a16="http://schemas.microsoft.com/office/drawing/2014/main" id="{D6E94E64-5DBF-0D94-8FC8-EDC1F82C3D7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8" name="Freeform: Shape 8">
              <a:extLst>
                <a:ext uri="{FF2B5EF4-FFF2-40B4-BE49-F238E27FC236}">
                  <a16:creationId xmlns:a16="http://schemas.microsoft.com/office/drawing/2014/main" id="{C730C3C9-943E-DF05-5213-9E27CF02B89F}"/>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grpSp>
      <p:sp>
        <p:nvSpPr>
          <p:cNvPr id="19" name="Rectangle 18">
            <a:extLst>
              <a:ext uri="{FF2B5EF4-FFF2-40B4-BE49-F238E27FC236}">
                <a16:creationId xmlns:a16="http://schemas.microsoft.com/office/drawing/2014/main" id="{F4AB31BA-122A-A70B-066B-977B193EC8FA}"/>
              </a:ext>
            </a:extLst>
          </p:cNvPr>
          <p:cNvSpPr/>
          <p:nvPr userDrawn="1"/>
        </p:nvSpPr>
        <p:spPr>
          <a:xfrm>
            <a:off x="4124632" y="5229200"/>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a:prstGeom prst="rect">
            <a:avLst/>
          </a:prstGeom>
        </p:spPr>
        <p:txBody>
          <a:bodyPr/>
          <a:lstStyle>
            <a:lvl1pPr>
              <a:lnSpc>
                <a:spcPct val="75000"/>
              </a:lnSpc>
              <a:defRPr sz="17200">
                <a:solidFill>
                  <a:schemeClr val="accent2"/>
                </a:solidFill>
                <a:latin typeface="Ubuntu Light" panose="020B0304030602030204" pitchFamily="34" charset="0"/>
              </a:defRPr>
            </a:lvl1pPr>
          </a:lstStyle>
          <a:p>
            <a:r>
              <a:rPr lang="en-US" dirty="0"/>
              <a:t>Master title style</a:t>
            </a:r>
          </a:p>
        </p:txBody>
      </p:sp>
    </p:spTree>
    <p:extLst>
      <p:ext uri="{BB962C8B-B14F-4D97-AF65-F5344CB8AC3E}">
        <p14:creationId xmlns:p14="http://schemas.microsoft.com/office/powerpoint/2010/main" val="284837401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14" name="Group 2">
            <a:extLst>
              <a:ext uri="{FF2B5EF4-FFF2-40B4-BE49-F238E27FC236}">
                <a16:creationId xmlns:a16="http://schemas.microsoft.com/office/drawing/2014/main" id="{5570D5EE-65A7-6ED8-B779-4B18D3F9B40F}"/>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15" name="Freeform: Shape 4">
              <a:extLst>
                <a:ext uri="{FF2B5EF4-FFF2-40B4-BE49-F238E27FC236}">
                  <a16:creationId xmlns:a16="http://schemas.microsoft.com/office/drawing/2014/main" id="{D58972C2-A9F5-BC83-6D8B-F2551227EF0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6" name="Freeform: Shape 5">
              <a:extLst>
                <a:ext uri="{FF2B5EF4-FFF2-40B4-BE49-F238E27FC236}">
                  <a16:creationId xmlns:a16="http://schemas.microsoft.com/office/drawing/2014/main" id="{F1185E33-8F53-63CA-354E-8F831E6BCFB7}"/>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8" name="Freeform: Shape 6">
              <a:extLst>
                <a:ext uri="{FF2B5EF4-FFF2-40B4-BE49-F238E27FC236}">
                  <a16:creationId xmlns:a16="http://schemas.microsoft.com/office/drawing/2014/main" id="{CDD16A12-A8F2-58EF-09CC-13E3376F38B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0" name="Freeform: Shape 7">
              <a:extLst>
                <a:ext uri="{FF2B5EF4-FFF2-40B4-BE49-F238E27FC236}">
                  <a16:creationId xmlns:a16="http://schemas.microsoft.com/office/drawing/2014/main" id="{8F3DB536-4854-A063-FC86-800CFAAD247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1" name="Freeform: Shape 8">
              <a:extLst>
                <a:ext uri="{FF2B5EF4-FFF2-40B4-BE49-F238E27FC236}">
                  <a16:creationId xmlns:a16="http://schemas.microsoft.com/office/drawing/2014/main" id="{BF1BB4C2-2CFF-9555-916D-B08189B1ED7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a:prstGeom prst="rect">
            <a:avLst/>
          </a:prstGeom>
        </p:spPr>
        <p:txBody>
          <a:bodyPr anchor="b"/>
          <a:lstStyle>
            <a:lvl1pPr>
              <a:defRPr sz="5400"/>
            </a:lvl1pPr>
          </a:lstStyle>
          <a:p>
            <a:r>
              <a:rPr lang="en-US" dirty="0"/>
              <a:t>Click to edit Master title style</a:t>
            </a:r>
            <a:endParaRPr lang="en-PL" dirty="0"/>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p>
            <a:pPr lvl="0"/>
            <a:r>
              <a:rPr lang="en-US" dirty="0"/>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p>
            <a:pPr lvl="0"/>
            <a:r>
              <a:rPr lang="en-US" dirty="0"/>
              <a:t>Click to edit Master text styles</a:t>
            </a:r>
          </a:p>
        </p:txBody>
      </p:sp>
    </p:spTree>
    <p:extLst>
      <p:ext uri="{BB962C8B-B14F-4D97-AF65-F5344CB8AC3E}">
        <p14:creationId xmlns:p14="http://schemas.microsoft.com/office/powerpoint/2010/main" val="3952812675"/>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a:prstGeom prst="rect">
            <a:avLst/>
          </a:prstGeom>
        </p:spPr>
        <p:txBody>
          <a:bodyPr anchor="b"/>
          <a:lstStyle>
            <a:lvl1pPr>
              <a:lnSpc>
                <a:spcPct val="90000"/>
              </a:lnSpc>
              <a:defRPr sz="7200">
                <a:latin typeface="Ubuntu Light" panose="020B0304030602030204" pitchFamily="34" charset="0"/>
              </a:defRPr>
            </a:lvl1pPr>
          </a:lstStyle>
          <a:p>
            <a:r>
              <a:rPr lang="en-US" dirty="0"/>
              <a:t>Click to edit Master title style</a:t>
            </a:r>
            <a:endParaRPr lang="en-PL" dirty="0"/>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lvl1pPr>
          </a:lstStyle>
          <a:p>
            <a:pPr lvl="0"/>
            <a:r>
              <a:rPr lang="en-US" dirty="0"/>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p>
            <a:pPr lvl="0"/>
            <a:r>
              <a:rPr lang="en-US" dirty="0"/>
              <a:t>Click to edit Master text styles</a:t>
            </a:r>
          </a:p>
        </p:txBody>
      </p:sp>
    </p:spTree>
    <p:extLst>
      <p:ext uri="{BB962C8B-B14F-4D97-AF65-F5344CB8AC3E}">
        <p14:creationId xmlns:p14="http://schemas.microsoft.com/office/powerpoint/2010/main" val="1994609987"/>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1"/>
            <a:ext cx="273198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dirty="0"/>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556792"/>
            <a:ext cx="6578080" cy="3661697"/>
          </a:xfrm>
          <a:prstGeom prst="rect">
            <a:avLst/>
          </a:prstGeom>
        </p:spPr>
        <p:txBody>
          <a:bodyPr anchor="b"/>
          <a:lstStyle>
            <a:lvl1pPr>
              <a:defRPr sz="5400">
                <a:solidFill>
                  <a:schemeClr val="bg1"/>
                </a:solidFill>
              </a:defRPr>
            </a:lvl1pPr>
          </a:lstStyle>
          <a:p>
            <a:r>
              <a:rPr lang="en-US" dirty="0"/>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9912013" y="3893182"/>
            <a:ext cx="1872000" cy="1123397"/>
          </a:xfrm>
          <a:prstGeom prst="rect">
            <a:avLst/>
          </a:prstGeom>
        </p:spPr>
        <p:txBody>
          <a:bodyPr anchor="b">
            <a:noAutofit/>
          </a:bodyPr>
          <a:lstStyle>
            <a:lvl1pPr>
              <a:defRPr sz="2000"/>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20809833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0"/>
            <a:ext cx="2731981"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dirty="0"/>
              <a:t>Click icon to add picture</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087887" y="549275"/>
            <a:ext cx="4036154" cy="3815829"/>
          </a:xfrm>
          <a:prstGeom prst="rect">
            <a:avLst/>
          </a:prstGeom>
        </p:spPr>
        <p:txBody>
          <a:bodyPr anchor="b"/>
          <a:lstStyle>
            <a:lvl1pPr>
              <a:defRPr sz="6600">
                <a:solidFill>
                  <a:schemeClr val="bg1"/>
                </a:solidFill>
                <a:latin typeface="Ubuntu Light" panose="020B0304030602030204" pitchFamily="34" charset="0"/>
              </a:defRPr>
            </a:lvl1pPr>
          </a:lstStyle>
          <a:p>
            <a:r>
              <a:rPr lang="en-US" dirty="0"/>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5159897" y="4725144"/>
            <a:ext cx="3964144" cy="316404"/>
          </a:xfrm>
          <a:prstGeom prst="rect">
            <a:avLst/>
          </a:prstGeom>
        </p:spPr>
        <p:txBody>
          <a:bodyPr anchor="b">
            <a:noAutofit/>
          </a:bodyPr>
          <a:lstStyle>
            <a:lvl1pPr>
              <a:defRPr sz="2000">
                <a:solidFill>
                  <a:schemeClr val="bg1"/>
                </a:solidFill>
              </a:defRPr>
            </a:lvl1pPr>
          </a:lstStyle>
          <a:p>
            <a:pPr lvl="0"/>
            <a:r>
              <a:rPr lang="en-US" dirty="0"/>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dirty="0"/>
              <a:t>Click to edit Master text styles</a:t>
            </a:r>
          </a:p>
        </p:txBody>
      </p:sp>
    </p:spTree>
    <p:extLst>
      <p:ext uri="{BB962C8B-B14F-4D97-AF65-F5344CB8AC3E}">
        <p14:creationId xmlns:p14="http://schemas.microsoft.com/office/powerpoint/2010/main" val="64947039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2736773"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2916774" y="0"/>
            <a:ext cx="9275226"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357195"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3401003" y="1628775"/>
            <a:ext cx="6578080" cy="3589714"/>
          </a:xfrm>
          <a:prstGeom prst="rect">
            <a:avLst/>
          </a:prstGeom>
        </p:spPr>
        <p:txBody>
          <a:bodyPr anchor="b"/>
          <a:lstStyle>
            <a:lvl1pPr>
              <a:defRPr sz="5400"/>
            </a:lvl1pPr>
          </a:lstStyle>
          <a:p>
            <a:r>
              <a:rPr lang="en-US" dirty="0"/>
              <a:t>Click to edit Master title style</a:t>
            </a:r>
            <a:endParaRPr lang="en-PL" dirty="0"/>
          </a:p>
        </p:txBody>
      </p:sp>
      <p:sp>
        <p:nvSpPr>
          <p:cNvPr id="6" name="Rectangle 5">
            <a:extLst>
              <a:ext uri="{FF2B5EF4-FFF2-40B4-BE49-F238E27FC236}">
                <a16:creationId xmlns:a16="http://schemas.microsoft.com/office/drawing/2014/main" id="{308E3512-1EC7-FD95-4A22-F366C773E9C4}"/>
              </a:ext>
            </a:extLst>
          </p:cNvPr>
          <p:cNvSpPr/>
          <p:nvPr userDrawn="1"/>
        </p:nvSpPr>
        <p:spPr>
          <a:xfrm rot="16200000">
            <a:off x="-602226"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5" y="3893182"/>
            <a:ext cx="2088292" cy="1123397"/>
          </a:xfrm>
          <a:prstGeom prst="rect">
            <a:avLst/>
          </a:prstGeom>
        </p:spPr>
        <p:txBody>
          <a:bodyPr anchor="b">
            <a:noAutofit/>
          </a:bodyPr>
          <a:lstStyle>
            <a:lvl1pPr>
              <a:defRPr sz="2000"/>
            </a:lvl1pPr>
          </a:lstStyle>
          <a:p>
            <a:pPr lvl="0"/>
            <a:r>
              <a:rPr lang="en-US" dirty="0"/>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5" y="5264061"/>
            <a:ext cx="2088292" cy="522985"/>
          </a:xfrm>
          <a:prstGeom prst="rect">
            <a:avLst/>
          </a:prstGeom>
        </p:spPr>
        <p:txBody>
          <a:bodyPr/>
          <a:lstStyle/>
          <a:p>
            <a:pPr lvl="0"/>
            <a:r>
              <a:rPr lang="en-US" dirty="0"/>
              <a:t>Click to edit Master text styles</a:t>
            </a:r>
          </a:p>
        </p:txBody>
      </p:sp>
    </p:spTree>
    <p:extLst>
      <p:ext uri="{BB962C8B-B14F-4D97-AF65-F5344CB8AC3E}">
        <p14:creationId xmlns:p14="http://schemas.microsoft.com/office/powerpoint/2010/main" val="1288141421"/>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2FD468B-B69E-D6B3-0B31-29405A8C9B2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10" name="Title Placeholder 4">
            <a:extLst>
              <a:ext uri="{FF2B5EF4-FFF2-40B4-BE49-F238E27FC236}">
                <a16:creationId xmlns:a16="http://schemas.microsoft.com/office/drawing/2014/main" id="{88071F53-FF39-EE02-C206-04BC9BC62837}"/>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
        <p:nvSpPr>
          <p:cNvPr id="11" name="Text Placeholder 1">
            <a:extLst>
              <a:ext uri="{FF2B5EF4-FFF2-40B4-BE49-F238E27FC236}">
                <a16:creationId xmlns:a16="http://schemas.microsoft.com/office/drawing/2014/main" id="{D450594D-C071-DB63-60E9-737FD362024E}"/>
              </a:ext>
            </a:extLst>
          </p:cNvPr>
          <p:cNvSpPr>
            <a:spLocks noGrp="1"/>
          </p:cNvSpPr>
          <p:nvPr>
            <p:ph idx="1" hasCustomPrompt="1"/>
          </p:nvPr>
        </p:nvSpPr>
        <p:spPr>
          <a:xfrm>
            <a:off x="551384" y="1628800"/>
            <a:ext cx="7920880" cy="4668638"/>
          </a:xfrm>
          <a:prstGeom prst="rect">
            <a:avLst/>
          </a:prstGeom>
        </p:spPr>
        <p:txBody>
          <a:bodyPr vert="horz" lIns="0" tIns="0" rIns="0" bIns="0" rtlCol="0">
            <a:noAutofit/>
          </a:body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Fifth level</a:t>
            </a:r>
          </a:p>
        </p:txBody>
      </p:sp>
    </p:spTree>
    <p:extLst>
      <p:ext uri="{BB962C8B-B14F-4D97-AF65-F5344CB8AC3E}">
        <p14:creationId xmlns:p14="http://schemas.microsoft.com/office/powerpoint/2010/main" val="277796913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064AC36F-9D88-0AFF-0D23-B3207730506D}"/>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
        <p:nvSpPr>
          <p:cNvPr id="6" name="Text Placeholder 1">
            <a:extLst>
              <a:ext uri="{FF2B5EF4-FFF2-40B4-BE49-F238E27FC236}">
                <a16:creationId xmlns:a16="http://schemas.microsoft.com/office/drawing/2014/main" id="{A375B4AB-07EC-1162-5248-1C3D791A2711}"/>
              </a:ext>
            </a:extLst>
          </p:cNvPr>
          <p:cNvSpPr>
            <a:spLocks noGrp="1"/>
          </p:cNvSpPr>
          <p:nvPr>
            <p:ph idx="1" hasCustomPrompt="1"/>
          </p:nvPr>
        </p:nvSpPr>
        <p:spPr>
          <a:xfrm>
            <a:off x="6600056" y="1628800"/>
            <a:ext cx="5042266" cy="4668638"/>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lvl1pPr>
            <a:lvl2pPr marL="180975" marR="0"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lvl2pPr>
            <a:lvl3pPr marL="360000" marR="0"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lvl3pPr>
            <a:lvl4pPr marL="539750" marR="0"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lvl4pPr>
            <a:lvl5pPr marL="719138" marR="0"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Fifth level</a:t>
            </a:r>
          </a:p>
        </p:txBody>
      </p:sp>
    </p:spTree>
    <p:extLst>
      <p:ext uri="{BB962C8B-B14F-4D97-AF65-F5344CB8AC3E}">
        <p14:creationId xmlns:p14="http://schemas.microsoft.com/office/powerpoint/2010/main" val="205077176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4" name="Rectangle 3">
            <a:extLst>
              <a:ext uri="{FF2B5EF4-FFF2-40B4-BE49-F238E27FC236}">
                <a16:creationId xmlns:a16="http://schemas.microsoft.com/office/drawing/2014/main" id="{A57CC5E8-E0D3-3603-2CC6-A8BAF2820A56}"/>
              </a:ext>
            </a:extLst>
          </p:cNvPr>
          <p:cNvSpPr/>
          <p:nvPr userDrawn="1"/>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Date Placeholder 4">
            <a:extLst>
              <a:ext uri="{FF2B5EF4-FFF2-40B4-BE49-F238E27FC236}">
                <a16:creationId xmlns:a16="http://schemas.microsoft.com/office/drawing/2014/main" id="{C85C206C-01EC-0BBE-D2E8-677FD637D3BC}"/>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6" name="Footer Placeholder 5">
            <a:extLst>
              <a:ext uri="{FF2B5EF4-FFF2-40B4-BE49-F238E27FC236}">
                <a16:creationId xmlns:a16="http://schemas.microsoft.com/office/drawing/2014/main" id="{1A7A574E-257C-8BFC-960C-B7B5AD0FA9BD}"/>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10" name="Slide Number Placeholder 9">
            <a:extLst>
              <a:ext uri="{FF2B5EF4-FFF2-40B4-BE49-F238E27FC236}">
                <a16:creationId xmlns:a16="http://schemas.microsoft.com/office/drawing/2014/main" id="{57BCB7A3-F93F-039D-8ADA-0AF4B6D42BB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Title Placeholder 4">
            <a:extLst>
              <a:ext uri="{FF2B5EF4-FFF2-40B4-BE49-F238E27FC236}">
                <a16:creationId xmlns:a16="http://schemas.microsoft.com/office/drawing/2014/main" id="{5EC122AA-AED0-3A03-5B9E-6472B3239926}"/>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dirty="0"/>
              <a:t>Agenda</a:t>
            </a:r>
            <a:endParaRPr lang="de-DE" dirty="0"/>
          </a:p>
        </p:txBody>
      </p:sp>
    </p:spTree>
    <p:extLst>
      <p:ext uri="{BB962C8B-B14F-4D97-AF65-F5344CB8AC3E}">
        <p14:creationId xmlns:p14="http://schemas.microsoft.com/office/powerpoint/2010/main" val="53732352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3" name="Date Placeholder 12">
            <a:extLst>
              <a:ext uri="{FF2B5EF4-FFF2-40B4-BE49-F238E27FC236}">
                <a16:creationId xmlns:a16="http://schemas.microsoft.com/office/drawing/2014/main" id="{D3A8E554-610E-ED51-EC6E-2FC32243D4A2}"/>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8" name="Footer Placeholder 17">
            <a:extLst>
              <a:ext uri="{FF2B5EF4-FFF2-40B4-BE49-F238E27FC236}">
                <a16:creationId xmlns:a16="http://schemas.microsoft.com/office/drawing/2014/main" id="{9BFC3022-C813-4A4B-8BBB-04ABD482D77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19" name="Slide Number Placeholder 18">
            <a:extLst>
              <a:ext uri="{FF2B5EF4-FFF2-40B4-BE49-F238E27FC236}">
                <a16:creationId xmlns:a16="http://schemas.microsoft.com/office/drawing/2014/main" id="{AE448402-C879-6591-3855-645E636D6FAF}"/>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itle Placeholder 4">
            <a:extLst>
              <a:ext uri="{FF2B5EF4-FFF2-40B4-BE49-F238E27FC236}">
                <a16:creationId xmlns:a16="http://schemas.microsoft.com/office/drawing/2014/main" id="{58A80D78-DE60-96EF-D118-992F247BC2BB}"/>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dirty="0"/>
              <a:t>Agenda</a:t>
            </a:r>
            <a:endParaRPr lang="de-DE" dirty="0"/>
          </a:p>
        </p:txBody>
      </p:sp>
    </p:spTree>
    <p:extLst>
      <p:ext uri="{BB962C8B-B14F-4D97-AF65-F5344CB8AC3E}">
        <p14:creationId xmlns:p14="http://schemas.microsoft.com/office/powerpoint/2010/main" val="139214747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dirty="0"/>
              <a:t>01</a:t>
            </a:r>
            <a:endParaRPr lang="en-PL" dirty="0"/>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7DCE2D01-5178-113C-9D30-34E1AB5BB651}"/>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414556073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dirty="0"/>
              <a:t>01</a:t>
            </a:r>
            <a:endParaRPr lang="en-PL" dirty="0"/>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A022EE47-7265-260F-F3DB-845EB02DA2C7}"/>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5" name="Gradient Placeholder 5">
            <a:extLst>
              <a:ext uri="{FF2B5EF4-FFF2-40B4-BE49-F238E27FC236}">
                <a16:creationId xmlns:a16="http://schemas.microsoft.com/office/drawing/2014/main" id="{553291F0-B51D-C4C4-3EAA-0065D33DB519}"/>
              </a:ext>
            </a:extLst>
          </p:cNvPr>
          <p:cNvSpPr>
            <a:spLocks noGrp="1"/>
          </p:cNvSpPr>
          <p:nvPr>
            <p:ph type="body" sz="quarter" idx="28" hasCustomPrompt="1"/>
          </p:nvPr>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dirty="0"/>
              <a:t>Gradient in placeholder</a:t>
            </a:r>
          </a:p>
        </p:txBody>
      </p:sp>
      <p:sp>
        <p:nvSpPr>
          <p:cNvPr id="6" name="Logo Placeholder 7">
            <a:extLst>
              <a:ext uri="{FF2B5EF4-FFF2-40B4-BE49-F238E27FC236}">
                <a16:creationId xmlns:a16="http://schemas.microsoft.com/office/drawing/2014/main" id="{037A4E75-96BD-40C1-5426-1D75197D483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117841094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2" name="Text Placeholder 4">
            <a:extLst>
              <a:ext uri="{FF2B5EF4-FFF2-40B4-BE49-F238E27FC236}">
                <a16:creationId xmlns:a16="http://schemas.microsoft.com/office/drawing/2014/main" id="{4A817565-9001-247F-79DD-05918F3A13BF}"/>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dirty="0"/>
              <a:t>01</a:t>
            </a:r>
          </a:p>
        </p:txBody>
      </p:sp>
      <p:sp>
        <p:nvSpPr>
          <p:cNvPr id="5" name="Title 5">
            <a:extLst>
              <a:ext uri="{FF2B5EF4-FFF2-40B4-BE49-F238E27FC236}">
                <a16:creationId xmlns:a16="http://schemas.microsoft.com/office/drawing/2014/main" id="{69AA6FDE-53A6-F991-A1A2-36AF59A49000}"/>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273289802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E4E09432-1824-48BF-4678-9A3E1562F231}"/>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dirty="0"/>
              <a:t>01</a:t>
            </a:r>
          </a:p>
        </p:txBody>
      </p:sp>
      <p:sp>
        <p:nvSpPr>
          <p:cNvPr id="9" name="Title 5">
            <a:extLst>
              <a:ext uri="{FF2B5EF4-FFF2-40B4-BE49-F238E27FC236}">
                <a16:creationId xmlns:a16="http://schemas.microsoft.com/office/drawing/2014/main" id="{E8A50932-2E80-C5EC-7853-F3BA34143231}"/>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7" name="Gradient Placeholder 5">
            <a:extLst>
              <a:ext uri="{FF2B5EF4-FFF2-40B4-BE49-F238E27FC236}">
                <a16:creationId xmlns:a16="http://schemas.microsoft.com/office/drawing/2014/main" id="{732652E2-11A3-1387-27B0-C86F73B26234}"/>
              </a:ext>
            </a:extLst>
          </p:cNvPr>
          <p:cNvSpPr>
            <a:spLocks noGrp="1"/>
          </p:cNvSpPr>
          <p:nvPr>
            <p:ph type="body" sz="quarter" idx="28" hasCustomPrompt="1"/>
          </p:nvPr>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accent2"/>
                </a:solidFill>
                <a:effectLst/>
                <a:uLnTx/>
                <a:uFillTx/>
                <a:latin typeface="Ubuntu"/>
              </a:defRPr>
            </a:lvl1pPr>
          </a:lstStyle>
          <a:p>
            <a:pPr lvl="0" algn="ctr">
              <a:spcBef>
                <a:spcPts val="0"/>
              </a:spcBef>
              <a:buFontTx/>
            </a:pPr>
            <a:r>
              <a:rPr lang="en-US" dirty="0"/>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8" name="Logo Placeholder 7">
            <a:extLst>
              <a:ext uri="{FF2B5EF4-FFF2-40B4-BE49-F238E27FC236}">
                <a16:creationId xmlns:a16="http://schemas.microsoft.com/office/drawing/2014/main" id="{2DE1BECE-A8F3-1358-F70E-DB7EF1EEFAA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7676935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89490220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Title 12">
            <a:extLst>
              <a:ext uri="{FF2B5EF4-FFF2-40B4-BE49-F238E27FC236}">
                <a16:creationId xmlns:a16="http://schemas.microsoft.com/office/drawing/2014/main" id="{30BE1DE0-7B8D-A4C3-EA0D-4824A70F97F9}"/>
              </a:ext>
            </a:extLst>
          </p:cNvPr>
          <p:cNvSpPr>
            <a:spLocks noGrp="1"/>
          </p:cNvSpPr>
          <p:nvPr>
            <p:ph type="title"/>
          </p:nvPr>
        </p:nvSpPr>
        <p:spPr>
          <a:xfrm>
            <a:off x="551384" y="549274"/>
            <a:ext cx="11090938" cy="930372"/>
          </a:xfrm>
        </p:spPr>
        <p:txBody>
          <a:bodyPr/>
          <a:lstStyle/>
          <a:p>
            <a:r>
              <a:rPr lang="en-GB" dirty="0"/>
              <a:t>Click to edit Master title style</a:t>
            </a:r>
            <a:endParaRPr lang="en-US" dirty="0"/>
          </a:p>
        </p:txBody>
      </p:sp>
    </p:spTree>
    <p:extLst>
      <p:ext uri="{BB962C8B-B14F-4D97-AF65-F5344CB8AC3E}">
        <p14:creationId xmlns:p14="http://schemas.microsoft.com/office/powerpoint/2010/main" val="198057357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Chapter Placeholder 2">
            <a:extLst>
              <a:ext uri="{FF2B5EF4-FFF2-40B4-BE49-F238E27FC236}">
                <a16:creationId xmlns:a16="http://schemas.microsoft.com/office/drawing/2014/main" id="{2ECCA611-4AEA-C1EC-9E6B-F6818DB50D9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4" name="Title Placeholder 4">
            <a:extLst>
              <a:ext uri="{FF2B5EF4-FFF2-40B4-BE49-F238E27FC236}">
                <a16:creationId xmlns:a16="http://schemas.microsoft.com/office/drawing/2014/main" id="{F4E956F7-49AF-0BBF-1207-CAA11B222A12}"/>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Tree>
    <p:extLst>
      <p:ext uri="{BB962C8B-B14F-4D97-AF65-F5344CB8AC3E}">
        <p14:creationId xmlns:p14="http://schemas.microsoft.com/office/powerpoint/2010/main" val="268383401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C310A6D-6600-239B-8AB7-9F213BE856F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8" name="Title 4">
            <a:extLst>
              <a:ext uri="{FF2B5EF4-FFF2-40B4-BE49-F238E27FC236}">
                <a16:creationId xmlns:a16="http://schemas.microsoft.com/office/drawing/2014/main" id="{BE4FCCA3-D186-881A-F8F9-FAD63E77FCD6}"/>
              </a:ext>
            </a:extLst>
          </p:cNvPr>
          <p:cNvSpPr>
            <a:spLocks noGrp="1"/>
          </p:cNvSpPr>
          <p:nvPr>
            <p:ph type="title"/>
          </p:nvPr>
        </p:nvSpPr>
        <p:spPr>
          <a:xfrm>
            <a:off x="551384" y="549274"/>
            <a:ext cx="11090938"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912949AA-BBAB-39FE-34DD-4B7A7585BCC8}"/>
              </a:ext>
            </a:extLst>
          </p:cNvPr>
          <p:cNvSpPr>
            <a:spLocks noGrp="1"/>
          </p:cNvSpPr>
          <p:nvPr>
            <p:ph sz="quarter" idx="31"/>
          </p:nvPr>
        </p:nvSpPr>
        <p:spPr>
          <a:xfrm>
            <a:off x="551384" y="2132856"/>
            <a:ext cx="1109093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98069152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7AB49DC0-9A6F-5983-33D3-3E19784B7451}"/>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8" name="Title 4">
            <a:extLst>
              <a:ext uri="{FF2B5EF4-FFF2-40B4-BE49-F238E27FC236}">
                <a16:creationId xmlns:a16="http://schemas.microsoft.com/office/drawing/2014/main" id="{E8CE59D7-6737-BC77-41E7-9DA4EBC4CA3A}"/>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ontent Placeholder 5">
            <a:extLst>
              <a:ext uri="{FF2B5EF4-FFF2-40B4-BE49-F238E27FC236}">
                <a16:creationId xmlns:a16="http://schemas.microsoft.com/office/drawing/2014/main" id="{4AF277A0-AAB9-58E5-ECE3-4BA30DE0B56C}"/>
              </a:ext>
            </a:extLst>
          </p:cNvPr>
          <p:cNvSpPr>
            <a:spLocks noGrp="1"/>
          </p:cNvSpPr>
          <p:nvPr>
            <p:ph sz="quarter" idx="31"/>
          </p:nvPr>
        </p:nvSpPr>
        <p:spPr>
          <a:xfrm>
            <a:off x="551384" y="2132856"/>
            <a:ext cx="1109093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Chapter Placeholder 2">
            <a:extLst>
              <a:ext uri="{FF2B5EF4-FFF2-40B4-BE49-F238E27FC236}">
                <a16:creationId xmlns:a16="http://schemas.microsoft.com/office/drawing/2014/main" id="{1681524C-2723-222A-EF3E-A6A71511B34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42920295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itle 4">
            <a:extLst>
              <a:ext uri="{FF2B5EF4-FFF2-40B4-BE49-F238E27FC236}">
                <a16:creationId xmlns:a16="http://schemas.microsoft.com/office/drawing/2014/main" id="{BD5EDBD2-7CB3-3B90-8F7D-B26B4D96A234}"/>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7" name="Text Placeholder 9">
            <a:extLst>
              <a:ext uri="{FF2B5EF4-FFF2-40B4-BE49-F238E27FC236}">
                <a16:creationId xmlns:a16="http://schemas.microsoft.com/office/drawing/2014/main" id="{83E02E1C-E550-FA68-FFBE-272C2D3E9C2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Tree>
    <p:extLst>
      <p:ext uri="{BB962C8B-B14F-4D97-AF65-F5344CB8AC3E}">
        <p14:creationId xmlns:p14="http://schemas.microsoft.com/office/powerpoint/2010/main" val="93723289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7476346E-B67E-3335-BC53-C0A47DC697D3}"/>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8" name="Title 4">
            <a:extLst>
              <a:ext uri="{FF2B5EF4-FFF2-40B4-BE49-F238E27FC236}">
                <a16:creationId xmlns:a16="http://schemas.microsoft.com/office/drawing/2014/main" id="{E247F24C-C5EA-0415-2ACD-25B6F1ECAB2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Chapter Placeholder 2">
            <a:extLst>
              <a:ext uri="{FF2B5EF4-FFF2-40B4-BE49-F238E27FC236}">
                <a16:creationId xmlns:a16="http://schemas.microsoft.com/office/drawing/2014/main" id="{E4CCE872-49CB-FE3F-D589-BAE402FBE5A0}"/>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392938602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tx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9" name="Text Placeholder 10">
            <a:extLst>
              <a:ext uri="{FF2B5EF4-FFF2-40B4-BE49-F238E27FC236}">
                <a16:creationId xmlns:a16="http://schemas.microsoft.com/office/drawing/2014/main" id="{EF7D112D-CF86-9903-FCF9-024966E5A7EA}"/>
              </a:ext>
            </a:extLst>
          </p:cNvPr>
          <p:cNvSpPr>
            <a:spLocks noGrp="1"/>
          </p:cNvSpPr>
          <p:nvPr>
            <p:ph type="body" sz="quarter" idx="27"/>
          </p:nvPr>
        </p:nvSpPr>
        <p:spPr>
          <a:xfrm>
            <a:off x="4655841" y="1634286"/>
            <a:ext cx="698529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text styles</a:t>
            </a:r>
          </a:p>
        </p:txBody>
      </p:sp>
      <p:sp>
        <p:nvSpPr>
          <p:cNvPr id="20" name="Content Placeholder 20">
            <a:extLst>
              <a:ext uri="{FF2B5EF4-FFF2-40B4-BE49-F238E27FC236}">
                <a16:creationId xmlns:a16="http://schemas.microsoft.com/office/drawing/2014/main" id="{5458BDF8-BB24-0D29-94B4-F423C93F44C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
        <p:nvSpPr>
          <p:cNvPr id="21" name="Text Placeholder 9">
            <a:extLst>
              <a:ext uri="{FF2B5EF4-FFF2-40B4-BE49-F238E27FC236}">
                <a16:creationId xmlns:a16="http://schemas.microsoft.com/office/drawing/2014/main" id="{7AE5FA2C-1A96-2175-F4F5-70B221AA3D29}"/>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22" name="Title 4">
            <a:extLst>
              <a:ext uri="{FF2B5EF4-FFF2-40B4-BE49-F238E27FC236}">
                <a16:creationId xmlns:a16="http://schemas.microsoft.com/office/drawing/2014/main" id="{7AD621F6-B896-05B0-78CA-94FF6A0C4B82}"/>
              </a:ext>
            </a:extLst>
          </p:cNvPr>
          <p:cNvSpPr>
            <a:spLocks noGrp="1"/>
          </p:cNvSpPr>
          <p:nvPr>
            <p:ph type="title"/>
          </p:nvPr>
        </p:nvSpPr>
        <p:spPr>
          <a:xfrm>
            <a:off x="551384" y="549274"/>
            <a:ext cx="3312368" cy="930372"/>
          </a:xfrm>
        </p:spPr>
        <p:txBody>
          <a:bodyPr/>
          <a:lstStyle/>
          <a:p>
            <a:r>
              <a:rPr lang="en-GB" dirty="0"/>
              <a:t>Click to edit Master title style</a:t>
            </a:r>
            <a:endParaRPr lang="en-US" dirty="0"/>
          </a:p>
        </p:txBody>
      </p:sp>
      <p:sp>
        <p:nvSpPr>
          <p:cNvPr id="23" name="Content Placeholder 5">
            <a:extLst>
              <a:ext uri="{FF2B5EF4-FFF2-40B4-BE49-F238E27FC236}">
                <a16:creationId xmlns:a16="http://schemas.microsoft.com/office/drawing/2014/main" id="{BADFCA13-C5E7-F36F-F3A3-396A01287FAA}"/>
              </a:ext>
            </a:extLst>
          </p:cNvPr>
          <p:cNvSpPr>
            <a:spLocks noGrp="1"/>
          </p:cNvSpPr>
          <p:nvPr>
            <p:ph sz="quarter" idx="31"/>
          </p:nvPr>
        </p:nvSpPr>
        <p:spPr>
          <a:xfrm>
            <a:off x="551384" y="2132856"/>
            <a:ext cx="331236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50632854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tx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1" name="Text Placeholder 9">
            <a:extLst>
              <a:ext uri="{FF2B5EF4-FFF2-40B4-BE49-F238E27FC236}">
                <a16:creationId xmlns:a16="http://schemas.microsoft.com/office/drawing/2014/main" id="{9227D1AD-4121-769A-C63E-C1618CC3A086}"/>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605C4000-3452-D432-3F41-7665FAA66E95}"/>
              </a:ext>
            </a:extLst>
          </p:cNvPr>
          <p:cNvSpPr>
            <a:spLocks noGrp="1"/>
          </p:cNvSpPr>
          <p:nvPr>
            <p:ph type="title"/>
          </p:nvPr>
        </p:nvSpPr>
        <p:spPr>
          <a:xfrm>
            <a:off x="551384" y="549274"/>
            <a:ext cx="3312368" cy="930372"/>
          </a:xfrm>
        </p:spPr>
        <p:txBody>
          <a:bodyPr/>
          <a:lstStyle/>
          <a:p>
            <a:r>
              <a:rPr lang="en-GB" dirty="0"/>
              <a:t>Click to edit Master title style</a:t>
            </a:r>
            <a:endParaRPr lang="en-US" dirty="0"/>
          </a:p>
        </p:txBody>
      </p:sp>
      <p:sp>
        <p:nvSpPr>
          <p:cNvPr id="18" name="Content Placeholder 5">
            <a:extLst>
              <a:ext uri="{FF2B5EF4-FFF2-40B4-BE49-F238E27FC236}">
                <a16:creationId xmlns:a16="http://schemas.microsoft.com/office/drawing/2014/main" id="{C334D853-436F-B3A1-B5BF-E1A6F18D61BA}"/>
              </a:ext>
            </a:extLst>
          </p:cNvPr>
          <p:cNvSpPr>
            <a:spLocks noGrp="1"/>
          </p:cNvSpPr>
          <p:nvPr>
            <p:ph sz="quarter" idx="31"/>
          </p:nvPr>
        </p:nvSpPr>
        <p:spPr>
          <a:xfrm>
            <a:off x="551384" y="2132856"/>
            <a:ext cx="331236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9" name="Chapter Placeholder 2">
            <a:extLst>
              <a:ext uri="{FF2B5EF4-FFF2-40B4-BE49-F238E27FC236}">
                <a16:creationId xmlns:a16="http://schemas.microsoft.com/office/drawing/2014/main" id="{D66D50B7-BB7C-8EA2-1B91-E95F5D828D19}"/>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0" name="Text Placeholder 10">
            <a:extLst>
              <a:ext uri="{FF2B5EF4-FFF2-40B4-BE49-F238E27FC236}">
                <a16:creationId xmlns:a16="http://schemas.microsoft.com/office/drawing/2014/main" id="{D9387F81-35B0-5179-10F9-DACD7BA877F0}"/>
              </a:ext>
            </a:extLst>
          </p:cNvPr>
          <p:cNvSpPr>
            <a:spLocks noGrp="1"/>
          </p:cNvSpPr>
          <p:nvPr>
            <p:ph type="body" sz="quarter" idx="27"/>
          </p:nvPr>
        </p:nvSpPr>
        <p:spPr>
          <a:xfrm>
            <a:off x="4655841" y="1634286"/>
            <a:ext cx="698529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text styles</a:t>
            </a:r>
          </a:p>
        </p:txBody>
      </p:sp>
      <p:sp>
        <p:nvSpPr>
          <p:cNvPr id="22" name="Content Placeholder 20">
            <a:extLst>
              <a:ext uri="{FF2B5EF4-FFF2-40B4-BE49-F238E27FC236}">
                <a16:creationId xmlns:a16="http://schemas.microsoft.com/office/drawing/2014/main" id="{AC730ABB-D500-EA99-4B88-49DCD572296A}"/>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33404708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10">
            <a:extLst>
              <a:ext uri="{FF2B5EF4-FFF2-40B4-BE49-F238E27FC236}">
                <a16:creationId xmlns:a16="http://schemas.microsoft.com/office/drawing/2014/main" id="{451310E0-84B4-F98C-F3F7-72DA21763F45}"/>
              </a:ext>
            </a:extLst>
          </p:cNvPr>
          <p:cNvSpPr>
            <a:spLocks noGrp="1"/>
          </p:cNvSpPr>
          <p:nvPr>
            <p:ph type="body" sz="quarter" idx="27"/>
          </p:nvPr>
        </p:nvSpPr>
        <p:spPr>
          <a:xfrm>
            <a:off x="6456039" y="1634285"/>
            <a:ext cx="5185099"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text styles</a:t>
            </a:r>
          </a:p>
        </p:txBody>
      </p:sp>
      <p:sp>
        <p:nvSpPr>
          <p:cNvPr id="10" name="Content Placeholder 20">
            <a:extLst>
              <a:ext uri="{FF2B5EF4-FFF2-40B4-BE49-F238E27FC236}">
                <a16:creationId xmlns:a16="http://schemas.microsoft.com/office/drawing/2014/main" id="{E141C255-5CEA-B30A-9789-9B0063D0603D}"/>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
        <p:nvSpPr>
          <p:cNvPr id="12" name="Text Placeholder 9">
            <a:extLst>
              <a:ext uri="{FF2B5EF4-FFF2-40B4-BE49-F238E27FC236}">
                <a16:creationId xmlns:a16="http://schemas.microsoft.com/office/drawing/2014/main" id="{2F2A2FFD-9408-B87F-A8B5-3F762A928C7B}"/>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977C0003-D8CE-E520-F373-C6F1FD458FE8}"/>
              </a:ext>
            </a:extLst>
          </p:cNvPr>
          <p:cNvSpPr>
            <a:spLocks noGrp="1"/>
          </p:cNvSpPr>
          <p:nvPr>
            <p:ph type="title"/>
          </p:nvPr>
        </p:nvSpPr>
        <p:spPr>
          <a:xfrm>
            <a:off x="551384" y="549274"/>
            <a:ext cx="5184576" cy="930372"/>
          </a:xfrm>
        </p:spPr>
        <p:txBody>
          <a:bodyPr/>
          <a:lstStyle/>
          <a:p>
            <a:r>
              <a:rPr lang="en-GB" dirty="0"/>
              <a:t>Click to edit Master title style</a:t>
            </a:r>
            <a:endParaRPr lang="en-US" dirty="0"/>
          </a:p>
        </p:txBody>
      </p:sp>
      <p:sp>
        <p:nvSpPr>
          <p:cNvPr id="14" name="Content Placeholder 5">
            <a:extLst>
              <a:ext uri="{FF2B5EF4-FFF2-40B4-BE49-F238E27FC236}">
                <a16:creationId xmlns:a16="http://schemas.microsoft.com/office/drawing/2014/main" id="{647B7035-6834-174D-19B7-E059C0EDBC1F}"/>
              </a:ext>
            </a:extLst>
          </p:cNvPr>
          <p:cNvSpPr>
            <a:spLocks noGrp="1"/>
          </p:cNvSpPr>
          <p:nvPr>
            <p:ph sz="quarter" idx="31"/>
          </p:nvPr>
        </p:nvSpPr>
        <p:spPr>
          <a:xfrm>
            <a:off x="551384" y="2132856"/>
            <a:ext cx="51845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57176486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890791F0-5611-8762-491F-3288972F8A9C}"/>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4" name="Title 4">
            <a:extLst>
              <a:ext uri="{FF2B5EF4-FFF2-40B4-BE49-F238E27FC236}">
                <a16:creationId xmlns:a16="http://schemas.microsoft.com/office/drawing/2014/main" id="{7D7D6CCC-CCB2-BBCE-BFC1-4FD3FDF2F75E}"/>
              </a:ext>
            </a:extLst>
          </p:cNvPr>
          <p:cNvSpPr>
            <a:spLocks noGrp="1"/>
          </p:cNvSpPr>
          <p:nvPr>
            <p:ph type="title"/>
          </p:nvPr>
        </p:nvSpPr>
        <p:spPr>
          <a:xfrm>
            <a:off x="551384" y="549274"/>
            <a:ext cx="5184576" cy="930372"/>
          </a:xfrm>
        </p:spPr>
        <p:txBody>
          <a:bodyPr/>
          <a:lstStyle/>
          <a:p>
            <a:r>
              <a:rPr lang="en-GB" dirty="0"/>
              <a:t>Click to edit Master title style</a:t>
            </a:r>
            <a:endParaRPr lang="en-US" dirty="0"/>
          </a:p>
        </p:txBody>
      </p:sp>
      <p:sp>
        <p:nvSpPr>
          <p:cNvPr id="16" name="Content Placeholder 5">
            <a:extLst>
              <a:ext uri="{FF2B5EF4-FFF2-40B4-BE49-F238E27FC236}">
                <a16:creationId xmlns:a16="http://schemas.microsoft.com/office/drawing/2014/main" id="{C98F844E-BEDC-D2A5-9221-3F64757B1403}"/>
              </a:ext>
            </a:extLst>
          </p:cNvPr>
          <p:cNvSpPr>
            <a:spLocks noGrp="1"/>
          </p:cNvSpPr>
          <p:nvPr>
            <p:ph sz="quarter" idx="31"/>
          </p:nvPr>
        </p:nvSpPr>
        <p:spPr>
          <a:xfrm>
            <a:off x="551384" y="2132856"/>
            <a:ext cx="51845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hapter Placeholder 2">
            <a:extLst>
              <a:ext uri="{FF2B5EF4-FFF2-40B4-BE49-F238E27FC236}">
                <a16:creationId xmlns:a16="http://schemas.microsoft.com/office/drawing/2014/main" id="{4FF38FCE-9407-FCCC-4D8D-A1B5E7FDA7E6}"/>
              </a:ext>
            </a:extLst>
          </p:cNvPr>
          <p:cNvSpPr>
            <a:spLocks noGrp="1"/>
          </p:cNvSpPr>
          <p:nvPr>
            <p:ph type="body" sz="quarter" idx="13" hasCustomPrompt="1"/>
          </p:nvPr>
        </p:nvSpPr>
        <p:spPr>
          <a:xfrm>
            <a:off x="550863" y="266219"/>
            <a:ext cx="5183538"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8" name="Text Placeholder 10">
            <a:extLst>
              <a:ext uri="{FF2B5EF4-FFF2-40B4-BE49-F238E27FC236}">
                <a16:creationId xmlns:a16="http://schemas.microsoft.com/office/drawing/2014/main" id="{3B89F972-5445-C6F6-241E-7EAD43713722}"/>
              </a:ext>
            </a:extLst>
          </p:cNvPr>
          <p:cNvSpPr>
            <a:spLocks noGrp="1"/>
          </p:cNvSpPr>
          <p:nvPr>
            <p:ph type="body" sz="quarter" idx="27"/>
          </p:nvPr>
        </p:nvSpPr>
        <p:spPr>
          <a:xfrm>
            <a:off x="6456039" y="1634285"/>
            <a:ext cx="5185099"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text styles</a:t>
            </a:r>
          </a:p>
        </p:txBody>
      </p:sp>
      <p:sp>
        <p:nvSpPr>
          <p:cNvPr id="19" name="Content Placeholder 20">
            <a:extLst>
              <a:ext uri="{FF2B5EF4-FFF2-40B4-BE49-F238E27FC236}">
                <a16:creationId xmlns:a16="http://schemas.microsoft.com/office/drawing/2014/main" id="{61645DBC-455B-98A9-E811-CCBD77F184A8}"/>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25902611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tx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0" name="Text Placeholder 10">
            <a:extLst>
              <a:ext uri="{FF2B5EF4-FFF2-40B4-BE49-F238E27FC236}">
                <a16:creationId xmlns:a16="http://schemas.microsoft.com/office/drawing/2014/main" id="{DDD19F50-1409-118E-AB03-98F95B2F3EE7}"/>
              </a:ext>
            </a:extLst>
          </p:cNvPr>
          <p:cNvSpPr>
            <a:spLocks noGrp="1"/>
          </p:cNvSpPr>
          <p:nvPr>
            <p:ph type="body" sz="quarter" idx="27" hasCustomPrompt="1"/>
          </p:nvPr>
        </p:nvSpPr>
        <p:spPr>
          <a:xfrm>
            <a:off x="8328249" y="1634285"/>
            <a:ext cx="33128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1" name="Content Placeholder 20">
            <a:extLst>
              <a:ext uri="{FF2B5EF4-FFF2-40B4-BE49-F238E27FC236}">
                <a16:creationId xmlns:a16="http://schemas.microsoft.com/office/drawing/2014/main" id="{05F7808B-13C5-A300-6661-DDAC0F8FD841}"/>
              </a:ext>
            </a:extLst>
          </p:cNvPr>
          <p:cNvSpPr>
            <a:spLocks noGrp="1"/>
          </p:cNvSpPr>
          <p:nvPr>
            <p:ph sz="quarter" idx="28"/>
          </p:nvPr>
        </p:nvSpPr>
        <p:spPr>
          <a:xfrm>
            <a:off x="8328249" y="2132856"/>
            <a:ext cx="3312890"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
        <p:nvSpPr>
          <p:cNvPr id="13" name="Text Placeholder 9">
            <a:extLst>
              <a:ext uri="{FF2B5EF4-FFF2-40B4-BE49-F238E27FC236}">
                <a16:creationId xmlns:a16="http://schemas.microsoft.com/office/drawing/2014/main" id="{C823ED09-43A3-C822-6B3D-004C6F124AE0}"/>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4" name="Title 4">
            <a:extLst>
              <a:ext uri="{FF2B5EF4-FFF2-40B4-BE49-F238E27FC236}">
                <a16:creationId xmlns:a16="http://schemas.microsoft.com/office/drawing/2014/main" id="{8541A4B0-2050-E510-5DA5-3F29BEEB01CB}"/>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15" name="Content Placeholder 5">
            <a:extLst>
              <a:ext uri="{FF2B5EF4-FFF2-40B4-BE49-F238E27FC236}">
                <a16:creationId xmlns:a16="http://schemas.microsoft.com/office/drawing/2014/main" id="{1CC04C3C-451C-6991-07F3-D0DFC821BF41}"/>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720441569"/>
      </p:ext>
    </p:extLst>
  </p:cSld>
  <p:clrMapOvr>
    <a:overrideClrMapping bg1="lt1" tx1="dk1" bg2="lt2" tx2="dk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tx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4" name="Text Placeholder 9">
            <a:extLst>
              <a:ext uri="{FF2B5EF4-FFF2-40B4-BE49-F238E27FC236}">
                <a16:creationId xmlns:a16="http://schemas.microsoft.com/office/drawing/2014/main" id="{BB58DC26-AB17-A114-5848-E16B716E4BC3}"/>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5" name="Title 4">
            <a:extLst>
              <a:ext uri="{FF2B5EF4-FFF2-40B4-BE49-F238E27FC236}">
                <a16:creationId xmlns:a16="http://schemas.microsoft.com/office/drawing/2014/main" id="{D14E6F8F-1FA2-7B27-92D9-A7B3C19F5484}"/>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16" name="Content Placeholder 5">
            <a:extLst>
              <a:ext uri="{FF2B5EF4-FFF2-40B4-BE49-F238E27FC236}">
                <a16:creationId xmlns:a16="http://schemas.microsoft.com/office/drawing/2014/main" id="{77B71408-106B-DF65-5F82-D38B11E407D4}"/>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hapter Placeholder 2">
            <a:extLst>
              <a:ext uri="{FF2B5EF4-FFF2-40B4-BE49-F238E27FC236}">
                <a16:creationId xmlns:a16="http://schemas.microsoft.com/office/drawing/2014/main" id="{07E17E17-8802-3B32-A07A-71C81B533228}"/>
              </a:ext>
            </a:extLst>
          </p:cNvPr>
          <p:cNvSpPr>
            <a:spLocks noGrp="1"/>
          </p:cNvSpPr>
          <p:nvPr>
            <p:ph type="body" sz="quarter" idx="13" hasCustomPrompt="1"/>
          </p:nvPr>
        </p:nvSpPr>
        <p:spPr>
          <a:xfrm>
            <a:off x="550863" y="266219"/>
            <a:ext cx="6983378"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1" name="Text Placeholder 10">
            <a:extLst>
              <a:ext uri="{FF2B5EF4-FFF2-40B4-BE49-F238E27FC236}">
                <a16:creationId xmlns:a16="http://schemas.microsoft.com/office/drawing/2014/main" id="{33FA637F-3174-8027-1FE6-C62E91213B9A}"/>
              </a:ext>
            </a:extLst>
          </p:cNvPr>
          <p:cNvSpPr>
            <a:spLocks noGrp="1"/>
          </p:cNvSpPr>
          <p:nvPr>
            <p:ph type="body" sz="quarter" idx="27" hasCustomPrompt="1"/>
          </p:nvPr>
        </p:nvSpPr>
        <p:spPr>
          <a:xfrm>
            <a:off x="8328249" y="1634285"/>
            <a:ext cx="33128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22" name="Content Placeholder 20">
            <a:extLst>
              <a:ext uri="{FF2B5EF4-FFF2-40B4-BE49-F238E27FC236}">
                <a16:creationId xmlns:a16="http://schemas.microsoft.com/office/drawing/2014/main" id="{C57FEDC4-FA50-8287-D2F2-B3E071310425}"/>
              </a:ext>
            </a:extLst>
          </p:cNvPr>
          <p:cNvSpPr>
            <a:spLocks noGrp="1"/>
          </p:cNvSpPr>
          <p:nvPr>
            <p:ph sz="quarter" idx="28"/>
          </p:nvPr>
        </p:nvSpPr>
        <p:spPr>
          <a:xfrm>
            <a:off x="8328249" y="2132856"/>
            <a:ext cx="3312890"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977595191"/>
      </p:ext>
    </p:extLst>
  </p:cSld>
  <p:clrMapOvr>
    <a:overrideClrMapping bg1="lt1" tx1="dk1" bg2="lt2" tx2="dk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Text Placeholder 10">
            <a:extLst>
              <a:ext uri="{FF2B5EF4-FFF2-40B4-BE49-F238E27FC236}">
                <a16:creationId xmlns:a16="http://schemas.microsoft.com/office/drawing/2014/main" id="{85C65DE2-D633-E9E4-C099-8D72DA0DABAE}"/>
              </a:ext>
            </a:extLst>
          </p:cNvPr>
          <p:cNvSpPr>
            <a:spLocks noGrp="1"/>
          </p:cNvSpPr>
          <p:nvPr>
            <p:ph type="body" sz="quarter" idx="27" hasCustomPrompt="1"/>
          </p:nvPr>
        </p:nvSpPr>
        <p:spPr>
          <a:xfrm>
            <a:off x="9192343" y="1630817"/>
            <a:ext cx="2448795"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styles</a:t>
            </a:r>
          </a:p>
        </p:txBody>
      </p:sp>
      <p:sp>
        <p:nvSpPr>
          <p:cNvPr id="9" name="Content Placeholder 20">
            <a:extLst>
              <a:ext uri="{FF2B5EF4-FFF2-40B4-BE49-F238E27FC236}">
                <a16:creationId xmlns:a16="http://schemas.microsoft.com/office/drawing/2014/main" id="{2DC5CD21-1091-DDC7-F3F6-A5263B3F1F65}"/>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
        <p:nvSpPr>
          <p:cNvPr id="11" name="Text Placeholder 9">
            <a:extLst>
              <a:ext uri="{FF2B5EF4-FFF2-40B4-BE49-F238E27FC236}">
                <a16:creationId xmlns:a16="http://schemas.microsoft.com/office/drawing/2014/main" id="{A29C74D3-EB0B-2DA9-A833-3D9125BEEEA1}"/>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220DB9AC-B558-657F-DE0C-899A6E4B619F}"/>
              </a:ext>
            </a:extLst>
          </p:cNvPr>
          <p:cNvSpPr>
            <a:spLocks noGrp="1"/>
          </p:cNvSpPr>
          <p:nvPr>
            <p:ph type="title"/>
          </p:nvPr>
        </p:nvSpPr>
        <p:spPr>
          <a:xfrm>
            <a:off x="551384" y="549274"/>
            <a:ext cx="7920880" cy="930372"/>
          </a:xfrm>
        </p:spPr>
        <p:txBody>
          <a:bodyPr/>
          <a:lstStyle/>
          <a:p>
            <a:r>
              <a:rPr lang="en-GB" dirty="0"/>
              <a:t>Click to edit Master title style</a:t>
            </a:r>
            <a:endParaRPr lang="en-US" dirty="0"/>
          </a:p>
        </p:txBody>
      </p:sp>
      <p:sp>
        <p:nvSpPr>
          <p:cNvPr id="14" name="Content Placeholder 5">
            <a:extLst>
              <a:ext uri="{FF2B5EF4-FFF2-40B4-BE49-F238E27FC236}">
                <a16:creationId xmlns:a16="http://schemas.microsoft.com/office/drawing/2014/main" id="{57F29B67-372C-1601-5AA1-76CBE49F80F9}"/>
              </a:ext>
            </a:extLst>
          </p:cNvPr>
          <p:cNvSpPr>
            <a:spLocks noGrp="1"/>
          </p:cNvSpPr>
          <p:nvPr>
            <p:ph sz="quarter" idx="31"/>
          </p:nvPr>
        </p:nvSpPr>
        <p:spPr>
          <a:xfrm>
            <a:off x="551384" y="2132856"/>
            <a:ext cx="792088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82709459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D497DF30-993E-2DAE-FA33-CBD3CB7CEB27}"/>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4" name="Title 4">
            <a:extLst>
              <a:ext uri="{FF2B5EF4-FFF2-40B4-BE49-F238E27FC236}">
                <a16:creationId xmlns:a16="http://schemas.microsoft.com/office/drawing/2014/main" id="{E2829572-A7E5-F936-83E5-55B02476CCAB}"/>
              </a:ext>
            </a:extLst>
          </p:cNvPr>
          <p:cNvSpPr>
            <a:spLocks noGrp="1"/>
          </p:cNvSpPr>
          <p:nvPr>
            <p:ph type="title"/>
          </p:nvPr>
        </p:nvSpPr>
        <p:spPr>
          <a:xfrm>
            <a:off x="551384" y="549274"/>
            <a:ext cx="7920880" cy="930372"/>
          </a:xfrm>
        </p:spPr>
        <p:txBody>
          <a:bodyPr/>
          <a:lstStyle/>
          <a:p>
            <a:r>
              <a:rPr lang="en-GB" dirty="0"/>
              <a:t>Click to edit Master title style</a:t>
            </a:r>
            <a:endParaRPr lang="en-US" dirty="0"/>
          </a:p>
        </p:txBody>
      </p:sp>
      <p:sp>
        <p:nvSpPr>
          <p:cNvPr id="15" name="Content Placeholder 5">
            <a:extLst>
              <a:ext uri="{FF2B5EF4-FFF2-40B4-BE49-F238E27FC236}">
                <a16:creationId xmlns:a16="http://schemas.microsoft.com/office/drawing/2014/main" id="{6A9D5DB5-AACC-3AC1-74DE-FD8719741717}"/>
              </a:ext>
            </a:extLst>
          </p:cNvPr>
          <p:cNvSpPr>
            <a:spLocks noGrp="1"/>
          </p:cNvSpPr>
          <p:nvPr>
            <p:ph sz="quarter" idx="31"/>
          </p:nvPr>
        </p:nvSpPr>
        <p:spPr>
          <a:xfrm>
            <a:off x="551384" y="2132856"/>
            <a:ext cx="792088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hapter Placeholder 2">
            <a:extLst>
              <a:ext uri="{FF2B5EF4-FFF2-40B4-BE49-F238E27FC236}">
                <a16:creationId xmlns:a16="http://schemas.microsoft.com/office/drawing/2014/main" id="{095C3F11-741D-6C4B-7C22-F34950120E7B}"/>
              </a:ext>
            </a:extLst>
          </p:cNvPr>
          <p:cNvSpPr>
            <a:spLocks noGrp="1"/>
          </p:cNvSpPr>
          <p:nvPr>
            <p:ph type="body" sz="quarter" idx="13" hasCustomPrompt="1"/>
          </p:nvPr>
        </p:nvSpPr>
        <p:spPr>
          <a:xfrm>
            <a:off x="550862" y="266219"/>
            <a:ext cx="791929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8" name="Text Placeholder 10">
            <a:extLst>
              <a:ext uri="{FF2B5EF4-FFF2-40B4-BE49-F238E27FC236}">
                <a16:creationId xmlns:a16="http://schemas.microsoft.com/office/drawing/2014/main" id="{119D1CB9-0BDC-379D-9F95-80F46009C992}"/>
              </a:ext>
            </a:extLst>
          </p:cNvPr>
          <p:cNvSpPr>
            <a:spLocks noGrp="1"/>
          </p:cNvSpPr>
          <p:nvPr>
            <p:ph type="body" sz="quarter" idx="27" hasCustomPrompt="1"/>
          </p:nvPr>
        </p:nvSpPr>
        <p:spPr>
          <a:xfrm>
            <a:off x="9192343" y="1630817"/>
            <a:ext cx="2448795"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styles</a:t>
            </a:r>
          </a:p>
        </p:txBody>
      </p:sp>
      <p:sp>
        <p:nvSpPr>
          <p:cNvPr id="19" name="Content Placeholder 20">
            <a:extLst>
              <a:ext uri="{FF2B5EF4-FFF2-40B4-BE49-F238E27FC236}">
                <a16:creationId xmlns:a16="http://schemas.microsoft.com/office/drawing/2014/main" id="{E9AB145F-3EEE-DD29-2DCD-D04DCA8B8E79}"/>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85561509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tx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10" name="Text Placeholder 10">
            <a:extLst>
              <a:ext uri="{FF2B5EF4-FFF2-40B4-BE49-F238E27FC236}">
                <a16:creationId xmlns:a16="http://schemas.microsoft.com/office/drawing/2014/main" id="{A330C55F-D744-2271-A744-FB08FEA9C3F2}"/>
              </a:ext>
            </a:extLst>
          </p:cNvPr>
          <p:cNvSpPr>
            <a:spLocks noGrp="1"/>
          </p:cNvSpPr>
          <p:nvPr>
            <p:ph type="body" sz="quarter" idx="28"/>
          </p:nvPr>
        </p:nvSpPr>
        <p:spPr>
          <a:xfrm>
            <a:off x="9984432" y="1634285"/>
            <a:ext cx="165670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a:t>
            </a:r>
          </a:p>
        </p:txBody>
      </p:sp>
      <p:sp>
        <p:nvSpPr>
          <p:cNvPr id="11" name="Content Placeholder 20">
            <a:extLst>
              <a:ext uri="{FF2B5EF4-FFF2-40B4-BE49-F238E27FC236}">
                <a16:creationId xmlns:a16="http://schemas.microsoft.com/office/drawing/2014/main" id="{D0938303-9E4A-7951-5CF4-73A80E066CF3}"/>
              </a:ext>
            </a:extLst>
          </p:cNvPr>
          <p:cNvSpPr>
            <a:spLocks noGrp="1"/>
          </p:cNvSpPr>
          <p:nvPr>
            <p:ph sz="quarter" idx="29"/>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
        <p:nvSpPr>
          <p:cNvPr id="12" name="Text Placeholder 9">
            <a:extLst>
              <a:ext uri="{FF2B5EF4-FFF2-40B4-BE49-F238E27FC236}">
                <a16:creationId xmlns:a16="http://schemas.microsoft.com/office/drawing/2014/main" id="{7C9639AC-5FFD-1253-4DC1-EBEDE1886A6D}"/>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1BB648A1-1B65-F77C-294B-40FC6142BE8F}"/>
              </a:ext>
            </a:extLst>
          </p:cNvPr>
          <p:cNvSpPr>
            <a:spLocks noGrp="1"/>
          </p:cNvSpPr>
          <p:nvPr>
            <p:ph type="title"/>
          </p:nvPr>
        </p:nvSpPr>
        <p:spPr>
          <a:xfrm>
            <a:off x="551384" y="549274"/>
            <a:ext cx="8882182" cy="930372"/>
          </a:xfrm>
        </p:spPr>
        <p:txBody>
          <a:bodyPr/>
          <a:lstStyle/>
          <a:p>
            <a:r>
              <a:rPr lang="en-GB" dirty="0"/>
              <a:t>Click to edit Master title style</a:t>
            </a:r>
            <a:endParaRPr lang="en-US" dirty="0"/>
          </a:p>
        </p:txBody>
      </p:sp>
      <p:sp>
        <p:nvSpPr>
          <p:cNvPr id="14" name="Content Placeholder 5">
            <a:extLst>
              <a:ext uri="{FF2B5EF4-FFF2-40B4-BE49-F238E27FC236}">
                <a16:creationId xmlns:a16="http://schemas.microsoft.com/office/drawing/2014/main" id="{49421495-E59F-EE66-99F1-D6DC0203F5DE}"/>
              </a:ext>
            </a:extLst>
          </p:cNvPr>
          <p:cNvSpPr>
            <a:spLocks noGrp="1"/>
          </p:cNvSpPr>
          <p:nvPr>
            <p:ph sz="quarter" idx="31"/>
          </p:nvPr>
        </p:nvSpPr>
        <p:spPr>
          <a:xfrm>
            <a:off x="551384" y="2132856"/>
            <a:ext cx="8882182"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37207350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tx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529E6C84-64B2-00D3-F323-E02B98EC12C2}"/>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4" name="Title 4">
            <a:extLst>
              <a:ext uri="{FF2B5EF4-FFF2-40B4-BE49-F238E27FC236}">
                <a16:creationId xmlns:a16="http://schemas.microsoft.com/office/drawing/2014/main" id="{5EB48A6D-F65C-9637-FFC5-76206881CBC1}"/>
              </a:ext>
            </a:extLst>
          </p:cNvPr>
          <p:cNvSpPr>
            <a:spLocks noGrp="1"/>
          </p:cNvSpPr>
          <p:nvPr>
            <p:ph type="title"/>
          </p:nvPr>
        </p:nvSpPr>
        <p:spPr>
          <a:xfrm>
            <a:off x="551384" y="549274"/>
            <a:ext cx="8882182" cy="930372"/>
          </a:xfrm>
        </p:spPr>
        <p:txBody>
          <a:bodyPr/>
          <a:lstStyle/>
          <a:p>
            <a:r>
              <a:rPr lang="en-GB" dirty="0"/>
              <a:t>Click to edit Master title style</a:t>
            </a:r>
            <a:endParaRPr lang="en-US" dirty="0"/>
          </a:p>
        </p:txBody>
      </p:sp>
      <p:sp>
        <p:nvSpPr>
          <p:cNvPr id="15" name="Content Placeholder 5">
            <a:extLst>
              <a:ext uri="{FF2B5EF4-FFF2-40B4-BE49-F238E27FC236}">
                <a16:creationId xmlns:a16="http://schemas.microsoft.com/office/drawing/2014/main" id="{07E02CCB-C71A-0339-72B0-EFB7FEF5AA0A}"/>
              </a:ext>
            </a:extLst>
          </p:cNvPr>
          <p:cNvSpPr>
            <a:spLocks noGrp="1"/>
          </p:cNvSpPr>
          <p:nvPr>
            <p:ph sz="quarter" idx="31"/>
          </p:nvPr>
        </p:nvSpPr>
        <p:spPr>
          <a:xfrm>
            <a:off x="551384" y="2132856"/>
            <a:ext cx="8882182"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6" name="Chapter Placeholder 2">
            <a:extLst>
              <a:ext uri="{FF2B5EF4-FFF2-40B4-BE49-F238E27FC236}">
                <a16:creationId xmlns:a16="http://schemas.microsoft.com/office/drawing/2014/main" id="{D558D76D-73AB-D804-717B-9457F8C63F55}"/>
              </a:ext>
            </a:extLst>
          </p:cNvPr>
          <p:cNvSpPr>
            <a:spLocks noGrp="1"/>
          </p:cNvSpPr>
          <p:nvPr>
            <p:ph type="body" sz="quarter" idx="13" hasCustomPrompt="1"/>
          </p:nvPr>
        </p:nvSpPr>
        <p:spPr>
          <a:xfrm>
            <a:off x="550862" y="266219"/>
            <a:ext cx="888040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7" name="Text Placeholder 10">
            <a:extLst>
              <a:ext uri="{FF2B5EF4-FFF2-40B4-BE49-F238E27FC236}">
                <a16:creationId xmlns:a16="http://schemas.microsoft.com/office/drawing/2014/main" id="{6B38ECBD-1578-338F-1830-325071613349}"/>
              </a:ext>
            </a:extLst>
          </p:cNvPr>
          <p:cNvSpPr>
            <a:spLocks noGrp="1"/>
          </p:cNvSpPr>
          <p:nvPr>
            <p:ph type="body" sz="quarter" idx="28"/>
          </p:nvPr>
        </p:nvSpPr>
        <p:spPr>
          <a:xfrm>
            <a:off x="9984432" y="1634285"/>
            <a:ext cx="165670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a:t>
            </a:r>
          </a:p>
        </p:txBody>
      </p:sp>
      <p:sp>
        <p:nvSpPr>
          <p:cNvPr id="18" name="Content Placeholder 20">
            <a:extLst>
              <a:ext uri="{FF2B5EF4-FFF2-40B4-BE49-F238E27FC236}">
                <a16:creationId xmlns:a16="http://schemas.microsoft.com/office/drawing/2014/main" id="{EE88E0BA-CEEC-AD04-5C1C-654A051DE48E}"/>
              </a:ext>
            </a:extLst>
          </p:cNvPr>
          <p:cNvSpPr>
            <a:spLocks noGrp="1"/>
          </p:cNvSpPr>
          <p:nvPr>
            <p:ph sz="quarter" idx="29"/>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522678975"/>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08F229AB-200D-A118-A540-6775F6D62DD5}"/>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Text Placeholder 9">
            <a:extLst>
              <a:ext uri="{FF2B5EF4-FFF2-40B4-BE49-F238E27FC236}">
                <a16:creationId xmlns:a16="http://schemas.microsoft.com/office/drawing/2014/main" id="{764E1598-B47B-E5BD-C159-2B9A902D4D9E}"/>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Tree>
    <p:extLst>
      <p:ext uri="{BB962C8B-B14F-4D97-AF65-F5344CB8AC3E}">
        <p14:creationId xmlns:p14="http://schemas.microsoft.com/office/powerpoint/2010/main" val="429364270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EDF9C910-2A07-6DAD-11EA-E6FCA89F7C5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Text Placeholder 9">
            <a:extLst>
              <a:ext uri="{FF2B5EF4-FFF2-40B4-BE49-F238E27FC236}">
                <a16:creationId xmlns:a16="http://schemas.microsoft.com/office/drawing/2014/main" id="{2CCBB290-7053-E876-1673-443C14B0392B}"/>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Chapter Placeholder 2">
            <a:extLst>
              <a:ext uri="{FF2B5EF4-FFF2-40B4-BE49-F238E27FC236}">
                <a16:creationId xmlns:a16="http://schemas.microsoft.com/office/drawing/2014/main" id="{AC81B38A-0B51-DCD9-4354-65F64A9F3759}"/>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2" name="Content Placeholder 17">
            <a:extLst>
              <a:ext uri="{FF2B5EF4-FFF2-40B4-BE49-F238E27FC236}">
                <a16:creationId xmlns:a16="http://schemas.microsoft.com/office/drawing/2014/main" id="{9480536C-79D9-4EC7-B91E-29F094235468}"/>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2503779812"/>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96586190-EDB8-87A5-704C-30E2AA97082E}"/>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7" name="Text Placeholder 9">
            <a:extLst>
              <a:ext uri="{FF2B5EF4-FFF2-40B4-BE49-F238E27FC236}">
                <a16:creationId xmlns:a16="http://schemas.microsoft.com/office/drawing/2014/main" id="{1B66A406-F032-9AB0-D649-45B683048DAD}"/>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8397EFAA-1129-D671-BD52-E2BD52EAB0A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2">
            <a:extLst>
              <a:ext uri="{FF2B5EF4-FFF2-40B4-BE49-F238E27FC236}">
                <a16:creationId xmlns:a16="http://schemas.microsoft.com/office/drawing/2014/main" id="{84C92A5E-3524-FF94-FE2C-BFAACFF66950}"/>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0" name="Content Placeholder 2">
            <a:extLst>
              <a:ext uri="{FF2B5EF4-FFF2-40B4-BE49-F238E27FC236}">
                <a16:creationId xmlns:a16="http://schemas.microsoft.com/office/drawing/2014/main" id="{656B9D4C-0B93-4560-8C79-17491E771934}"/>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4860CA35-F290-18CC-B66A-D9EBB6215B64}"/>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itle 4">
            <a:extLst>
              <a:ext uri="{FF2B5EF4-FFF2-40B4-BE49-F238E27FC236}">
                <a16:creationId xmlns:a16="http://schemas.microsoft.com/office/drawing/2014/main" id="{C3191F1B-BD82-D13B-4631-1CBF6FFEB4C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29573296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38AD294-E020-C9C4-B243-F1A1CB94FF4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8" name="Text Placeholder 9">
            <a:extLst>
              <a:ext uri="{FF2B5EF4-FFF2-40B4-BE49-F238E27FC236}">
                <a16:creationId xmlns:a16="http://schemas.microsoft.com/office/drawing/2014/main" id="{0743423A-DBA3-9B0C-3161-5056E017E5B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Text Placeholder 9">
            <a:extLst>
              <a:ext uri="{FF2B5EF4-FFF2-40B4-BE49-F238E27FC236}">
                <a16:creationId xmlns:a16="http://schemas.microsoft.com/office/drawing/2014/main" id="{1593D18A-5450-BCE6-253D-12C5E3C58B7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0" name="Content Placeholder 2">
            <a:extLst>
              <a:ext uri="{FF2B5EF4-FFF2-40B4-BE49-F238E27FC236}">
                <a16:creationId xmlns:a16="http://schemas.microsoft.com/office/drawing/2014/main" id="{540E17C6-5E71-D15C-FA24-E7096C5A2BC6}"/>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D8A6D9B6-AEF0-43C0-A87B-93714CCFDB45}"/>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Content Placeholder 2">
            <a:extLst>
              <a:ext uri="{FF2B5EF4-FFF2-40B4-BE49-F238E27FC236}">
                <a16:creationId xmlns:a16="http://schemas.microsoft.com/office/drawing/2014/main" id="{1E994A1F-D688-653A-23D6-331B35318495}"/>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itle 4">
            <a:extLst>
              <a:ext uri="{FF2B5EF4-FFF2-40B4-BE49-F238E27FC236}">
                <a16:creationId xmlns:a16="http://schemas.microsoft.com/office/drawing/2014/main" id="{3031062A-62FF-7149-D87E-41D663FE3E81}"/>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4" name="Chapter Placeholder 2">
            <a:extLst>
              <a:ext uri="{FF2B5EF4-FFF2-40B4-BE49-F238E27FC236}">
                <a16:creationId xmlns:a16="http://schemas.microsoft.com/office/drawing/2014/main" id="{E3BABA6E-B6A1-AE5E-4371-45136C7CDF7F}"/>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611716596"/>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8ED8937A-BDCD-1C7B-1031-CE36E36DF148}"/>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9" name="Content Placeholder 17">
            <a:extLst>
              <a:ext uri="{FF2B5EF4-FFF2-40B4-BE49-F238E27FC236}">
                <a16:creationId xmlns:a16="http://schemas.microsoft.com/office/drawing/2014/main" id="{EC89BC23-B247-9DDB-EF08-3FB8A2422F52}"/>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ext Placeholder 9">
            <a:extLst>
              <a:ext uri="{FF2B5EF4-FFF2-40B4-BE49-F238E27FC236}">
                <a16:creationId xmlns:a16="http://schemas.microsoft.com/office/drawing/2014/main" id="{57542F4C-7AB5-610A-068E-D782FDDC87E2}"/>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3" name="Content Placeholder 17">
            <a:extLst>
              <a:ext uri="{FF2B5EF4-FFF2-40B4-BE49-F238E27FC236}">
                <a16:creationId xmlns:a16="http://schemas.microsoft.com/office/drawing/2014/main" id="{78FE6A9F-332D-4392-545F-E33BF8120F4D}"/>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4" name="Title 5">
            <a:extLst>
              <a:ext uri="{FF2B5EF4-FFF2-40B4-BE49-F238E27FC236}">
                <a16:creationId xmlns:a16="http://schemas.microsoft.com/office/drawing/2014/main" id="{28C29246-8E2C-9342-925A-78962EE46BB5}"/>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921931882"/>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2BB60F9F-C17D-A0F2-AF4C-49B5D5D7DC56}"/>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12" name="Content Placeholder 17">
            <a:extLst>
              <a:ext uri="{FF2B5EF4-FFF2-40B4-BE49-F238E27FC236}">
                <a16:creationId xmlns:a16="http://schemas.microsoft.com/office/drawing/2014/main" id="{62A6C567-3430-927B-43FF-5BC1BB1111C0}"/>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ext Placeholder 9">
            <a:extLst>
              <a:ext uri="{FF2B5EF4-FFF2-40B4-BE49-F238E27FC236}">
                <a16:creationId xmlns:a16="http://schemas.microsoft.com/office/drawing/2014/main" id="{A69C9BF3-1D84-E83B-A702-22DCB8A9B15F}"/>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4" name="Content Placeholder 17">
            <a:extLst>
              <a:ext uri="{FF2B5EF4-FFF2-40B4-BE49-F238E27FC236}">
                <a16:creationId xmlns:a16="http://schemas.microsoft.com/office/drawing/2014/main" id="{C3EC2564-BBF6-EF4D-0128-CA29F00DBFB8}"/>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5" name="Title 5">
            <a:extLst>
              <a:ext uri="{FF2B5EF4-FFF2-40B4-BE49-F238E27FC236}">
                <a16:creationId xmlns:a16="http://schemas.microsoft.com/office/drawing/2014/main" id="{4045D8F7-351F-04E5-BF99-8BC0BF423F9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6" name="Chapter Placeholder 2">
            <a:extLst>
              <a:ext uri="{FF2B5EF4-FFF2-40B4-BE49-F238E27FC236}">
                <a16:creationId xmlns:a16="http://schemas.microsoft.com/office/drawing/2014/main" id="{FAB55B73-3ED8-7A71-A6FD-93C471FD04F1}"/>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337369196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7EBFDE81-F82C-5544-FDCA-40D6435BCE8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16C98FF9-D060-2DA2-5ED5-4A937D940428}"/>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9572CED7-C68E-814A-1E53-49A656B2E73E}"/>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4CF1D676-B151-8A5E-11EA-037E5AD0086B}"/>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054847870"/>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D542D666-F27A-51E7-78E4-62BFF13ADCB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62010C55-0E7B-F24A-E4DE-CCF1A7DB363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8FB67D90-FCD4-BEC9-CB50-68082B9A27E1}"/>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F4CED83C-2613-694F-4E6C-0429C3A7BC1A}"/>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Chapter Placeholder 2">
            <a:extLst>
              <a:ext uri="{FF2B5EF4-FFF2-40B4-BE49-F238E27FC236}">
                <a16:creationId xmlns:a16="http://schemas.microsoft.com/office/drawing/2014/main" id="{192B5A24-39A9-FBCE-6DB2-89E62EC08B2F}"/>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3027934008"/>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1AD41556-BB62-5264-14D6-D81A2755A41C}"/>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4A7765CD-012C-1577-2975-38307A5A418B}"/>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C0C10BFD-49FE-E2BD-4BD6-C2F1A38F7612}"/>
              </a:ext>
            </a:extLst>
          </p:cNvPr>
          <p:cNvSpPr>
            <a:spLocks noGrp="1"/>
          </p:cNvSpPr>
          <p:nvPr>
            <p:ph type="title"/>
          </p:nvPr>
        </p:nvSpPr>
        <p:spPr>
          <a:xfrm>
            <a:off x="551384" y="549274"/>
            <a:ext cx="5184576"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1B7A436E-3F0B-34DC-7555-3B31CBA16852}"/>
              </a:ext>
            </a:extLst>
          </p:cNvPr>
          <p:cNvSpPr>
            <a:spLocks noGrp="1"/>
          </p:cNvSpPr>
          <p:nvPr>
            <p:ph sz="quarter" idx="31"/>
          </p:nvPr>
        </p:nvSpPr>
        <p:spPr>
          <a:xfrm>
            <a:off x="551384" y="2132856"/>
            <a:ext cx="51845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6771395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D33D77EA-B671-C92B-698F-72E2BA89FE2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D0D34ED9-C893-6BA7-831D-59C9C1B36D63}"/>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F8DDCB14-C537-C756-2E77-635D50ED990C}"/>
              </a:ext>
            </a:extLst>
          </p:cNvPr>
          <p:cNvSpPr>
            <a:spLocks noGrp="1"/>
          </p:cNvSpPr>
          <p:nvPr>
            <p:ph type="title"/>
          </p:nvPr>
        </p:nvSpPr>
        <p:spPr>
          <a:xfrm>
            <a:off x="551384" y="549274"/>
            <a:ext cx="5184576"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A8766C61-E34B-43D1-6914-2616FE5BE1C9}"/>
              </a:ext>
            </a:extLst>
          </p:cNvPr>
          <p:cNvSpPr>
            <a:spLocks noGrp="1"/>
          </p:cNvSpPr>
          <p:nvPr>
            <p:ph sz="quarter" idx="31"/>
          </p:nvPr>
        </p:nvSpPr>
        <p:spPr>
          <a:xfrm>
            <a:off x="551384" y="2132856"/>
            <a:ext cx="51845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Chapter Placeholder 2">
            <a:extLst>
              <a:ext uri="{FF2B5EF4-FFF2-40B4-BE49-F238E27FC236}">
                <a16:creationId xmlns:a16="http://schemas.microsoft.com/office/drawing/2014/main" id="{7D263BE5-A8C9-E719-4885-642AD84E918A}"/>
              </a:ext>
            </a:extLst>
          </p:cNvPr>
          <p:cNvSpPr>
            <a:spLocks noGrp="1"/>
          </p:cNvSpPr>
          <p:nvPr>
            <p:ph type="body" sz="quarter" idx="13" hasCustomPrompt="1"/>
          </p:nvPr>
        </p:nvSpPr>
        <p:spPr>
          <a:xfrm>
            <a:off x="550863" y="266219"/>
            <a:ext cx="5183904"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05166196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F2FA9536-3E4F-60CB-6CF6-C0C1CC8CC1C3}"/>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661875BA-C3D3-6202-8BAC-EE8BB5C9CE6D}"/>
              </a:ext>
            </a:extLst>
          </p:cNvPr>
          <p:cNvSpPr>
            <a:spLocks noGrp="1"/>
          </p:cNvSpPr>
          <p:nvPr>
            <p:ph type="title"/>
          </p:nvPr>
        </p:nvSpPr>
        <p:spPr>
          <a:xfrm>
            <a:off x="4653064" y="549274"/>
            <a:ext cx="6984776" cy="930372"/>
          </a:xfrm>
        </p:spPr>
        <p:txBody>
          <a:bodyPr/>
          <a:lstStyle/>
          <a:p>
            <a:r>
              <a:rPr lang="en-GB" dirty="0"/>
              <a:t>Click to edit Master title style</a:t>
            </a:r>
            <a:endParaRPr lang="en-US" dirty="0"/>
          </a:p>
        </p:txBody>
      </p:sp>
      <p:sp>
        <p:nvSpPr>
          <p:cNvPr id="8" name="Content Placeholder 5">
            <a:extLst>
              <a:ext uri="{FF2B5EF4-FFF2-40B4-BE49-F238E27FC236}">
                <a16:creationId xmlns:a16="http://schemas.microsoft.com/office/drawing/2014/main" id="{80C50E3C-BFB3-2BC5-ADFE-642AE1BC58D4}"/>
              </a:ext>
            </a:extLst>
          </p:cNvPr>
          <p:cNvSpPr>
            <a:spLocks noGrp="1"/>
          </p:cNvSpPr>
          <p:nvPr>
            <p:ph sz="quarter" idx="31"/>
          </p:nvPr>
        </p:nvSpPr>
        <p:spPr>
          <a:xfrm>
            <a:off x="465306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624970268"/>
      </p:ext>
    </p:extLst>
  </p:cSld>
  <p:clrMapOvr>
    <a:masterClrMapping/>
  </p:clrMapOvr>
  <p:extLst>
    <p:ext uri="{DCECCB84-F9BA-43D5-87BE-67443E8EF086}">
      <p15:sldGuideLst xmlns:p15="http://schemas.microsoft.com/office/powerpoint/2012/main"/>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B10666F9-C43B-7AAE-8118-5B63A01C14DB}"/>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1AAE349C-EBF6-0593-65FA-4CE8BD17FF15}"/>
              </a:ext>
            </a:extLst>
          </p:cNvPr>
          <p:cNvSpPr>
            <a:spLocks noGrp="1"/>
          </p:cNvSpPr>
          <p:nvPr>
            <p:ph type="title"/>
          </p:nvPr>
        </p:nvSpPr>
        <p:spPr>
          <a:xfrm>
            <a:off x="4653064" y="549274"/>
            <a:ext cx="6984776"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80455469-83B9-A80D-5541-A59E2797135A}"/>
              </a:ext>
            </a:extLst>
          </p:cNvPr>
          <p:cNvSpPr>
            <a:spLocks noGrp="1"/>
          </p:cNvSpPr>
          <p:nvPr>
            <p:ph sz="quarter" idx="31"/>
          </p:nvPr>
        </p:nvSpPr>
        <p:spPr>
          <a:xfrm>
            <a:off x="465306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hapter Placeholder 2">
            <a:extLst>
              <a:ext uri="{FF2B5EF4-FFF2-40B4-BE49-F238E27FC236}">
                <a16:creationId xmlns:a16="http://schemas.microsoft.com/office/drawing/2014/main" id="{9499649C-DD96-C3A4-D2F2-F047196EA62A}"/>
              </a:ext>
            </a:extLst>
          </p:cNvPr>
          <p:cNvSpPr>
            <a:spLocks noGrp="1"/>
          </p:cNvSpPr>
          <p:nvPr>
            <p:ph type="body" sz="quarter" idx="13" hasCustomPrompt="1"/>
          </p:nvPr>
        </p:nvSpPr>
        <p:spPr>
          <a:xfrm>
            <a:off x="465254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911262237"/>
      </p:ext>
    </p:extLst>
  </p:cSld>
  <p:clrMapOvr>
    <a:masterClrMapping/>
  </p:clrMapOvr>
  <p:extLst>
    <p:ext uri="{DCECCB84-F9BA-43D5-87BE-67443E8EF086}">
      <p15:sldGuideLst xmlns:p15="http://schemas.microsoft.com/office/powerpoint/2012/main"/>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66FF608A-AFDC-1059-1373-96581B42186F}"/>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0392BD4F-C86E-7B18-B8BE-4C13E9DB2FF7}"/>
              </a:ext>
            </a:extLst>
          </p:cNvPr>
          <p:cNvSpPr>
            <a:spLocks noGrp="1"/>
          </p:cNvSpPr>
          <p:nvPr>
            <p:ph type="title"/>
          </p:nvPr>
        </p:nvSpPr>
        <p:spPr>
          <a:xfrm>
            <a:off x="6456040" y="549274"/>
            <a:ext cx="5181800" cy="930372"/>
          </a:xfrm>
        </p:spPr>
        <p:txBody>
          <a:bodyPr/>
          <a:lstStyle/>
          <a:p>
            <a:r>
              <a:rPr lang="en-GB" dirty="0"/>
              <a:t>Click to edit Master title style</a:t>
            </a:r>
            <a:endParaRPr lang="en-US" dirty="0"/>
          </a:p>
        </p:txBody>
      </p:sp>
      <p:sp>
        <p:nvSpPr>
          <p:cNvPr id="7" name="Content Placeholder 5">
            <a:extLst>
              <a:ext uri="{FF2B5EF4-FFF2-40B4-BE49-F238E27FC236}">
                <a16:creationId xmlns:a16="http://schemas.microsoft.com/office/drawing/2014/main" id="{F748DC2A-DB26-2CD9-D168-6F44A7450804}"/>
              </a:ext>
            </a:extLst>
          </p:cNvPr>
          <p:cNvSpPr>
            <a:spLocks noGrp="1"/>
          </p:cNvSpPr>
          <p:nvPr>
            <p:ph sz="quarter" idx="31"/>
          </p:nvPr>
        </p:nvSpPr>
        <p:spPr>
          <a:xfrm>
            <a:off x="6456040" y="2132856"/>
            <a:ext cx="518180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052125711"/>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E826325-BD68-0769-CCDC-8878FFB1B29A}"/>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7" name="Title 4">
            <a:extLst>
              <a:ext uri="{FF2B5EF4-FFF2-40B4-BE49-F238E27FC236}">
                <a16:creationId xmlns:a16="http://schemas.microsoft.com/office/drawing/2014/main" id="{5A7FE184-B788-E273-FFC0-C2B2EB9469D8}"/>
              </a:ext>
            </a:extLst>
          </p:cNvPr>
          <p:cNvSpPr>
            <a:spLocks noGrp="1"/>
          </p:cNvSpPr>
          <p:nvPr>
            <p:ph type="title"/>
          </p:nvPr>
        </p:nvSpPr>
        <p:spPr>
          <a:xfrm>
            <a:off x="6456040" y="549274"/>
            <a:ext cx="5181800"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BD05CE32-8C67-2297-0217-914504B8FDE3}"/>
              </a:ext>
            </a:extLst>
          </p:cNvPr>
          <p:cNvSpPr>
            <a:spLocks noGrp="1"/>
          </p:cNvSpPr>
          <p:nvPr>
            <p:ph sz="quarter" idx="31"/>
          </p:nvPr>
        </p:nvSpPr>
        <p:spPr>
          <a:xfrm>
            <a:off x="6456040" y="2132856"/>
            <a:ext cx="518180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hapter Placeholder 2">
            <a:extLst>
              <a:ext uri="{FF2B5EF4-FFF2-40B4-BE49-F238E27FC236}">
                <a16:creationId xmlns:a16="http://schemas.microsoft.com/office/drawing/2014/main" id="{F5F1596A-0B42-95E4-B1EF-50F7A4E622A5}"/>
              </a:ext>
            </a:extLst>
          </p:cNvPr>
          <p:cNvSpPr>
            <a:spLocks noGrp="1"/>
          </p:cNvSpPr>
          <p:nvPr>
            <p:ph type="body" sz="quarter" idx="13" hasCustomPrompt="1"/>
          </p:nvPr>
        </p:nvSpPr>
        <p:spPr>
          <a:xfrm>
            <a:off x="6455285" y="266219"/>
            <a:ext cx="5181128"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465535210"/>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a:prstGeom prst="rect">
            <a:avLst/>
          </a:prstGeo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accent2"/>
                </a:solidFill>
                <a:latin typeface="+mj-lt"/>
              </a:defRPr>
            </a:lvl1pPr>
          </a:lstStyle>
          <a:p>
            <a:pPr lvl="0"/>
            <a:r>
              <a:rPr lang="en-US" dirty="0"/>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84CCB971-6858-E885-0E65-8EDC027005D2}"/>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366716428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980022867"/>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effectLst>
                  <a:outerShdw blurRad="1016000" dir="5400000" algn="ctr" rotWithShape="0">
                    <a:schemeClr val="bg1"/>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0072F85E-9F5B-D10F-E276-45F16E7D22A6}"/>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573160828"/>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031121237"/>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FAFA1232-0FBB-596D-3C5B-262A39CDB73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119842309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76342631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5" name="Logo Placeholder 7">
            <a:extLst>
              <a:ext uri="{FF2B5EF4-FFF2-40B4-BE49-F238E27FC236}">
                <a16:creationId xmlns:a16="http://schemas.microsoft.com/office/drawing/2014/main" id="{C123793F-693C-B56E-8D20-08ED2B5C2F78}"/>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3115013447"/>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7207506"/>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A02DCE88-CA65-30A1-6856-6512EDFE9CFF}"/>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330620321"/>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grpSp>
        <p:nvGrpSpPr>
          <p:cNvPr id="13" name="Group 2">
            <a:extLst>
              <a:ext uri="{FF2B5EF4-FFF2-40B4-BE49-F238E27FC236}">
                <a16:creationId xmlns:a16="http://schemas.microsoft.com/office/drawing/2014/main" id="{05772BD3-A81C-1CF6-82C7-FB11ED473A69}"/>
              </a:ext>
            </a:extLst>
          </p:cNvPr>
          <p:cNvGrpSpPr>
            <a:grpSpLocks noChangeAspect="1"/>
          </p:cNvGrpSpPr>
          <p:nvPr userDrawn="1"/>
        </p:nvGrpSpPr>
        <p:grpSpPr>
          <a:xfrm>
            <a:off x="550863" y="6021288"/>
            <a:ext cx="1872000" cy="420870"/>
            <a:chOff x="5094083" y="5360390"/>
            <a:chExt cx="3039349" cy="683316"/>
          </a:xfrm>
          <a:solidFill>
            <a:schemeClr val="bg1"/>
          </a:solidFill>
        </p:grpSpPr>
        <p:sp>
          <p:nvSpPr>
            <p:cNvPr id="14" name="Freeform: Shape 4">
              <a:extLst>
                <a:ext uri="{FF2B5EF4-FFF2-40B4-BE49-F238E27FC236}">
                  <a16:creationId xmlns:a16="http://schemas.microsoft.com/office/drawing/2014/main" id="{65F4C06B-3F4B-043B-465F-2B296AB672AA}"/>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5" name="Freeform: Shape 5">
              <a:extLst>
                <a:ext uri="{FF2B5EF4-FFF2-40B4-BE49-F238E27FC236}">
                  <a16:creationId xmlns:a16="http://schemas.microsoft.com/office/drawing/2014/main" id="{0453F664-4E3E-18BB-40D3-004FB3A82BF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6" name="Freeform: Shape 6">
              <a:extLst>
                <a:ext uri="{FF2B5EF4-FFF2-40B4-BE49-F238E27FC236}">
                  <a16:creationId xmlns:a16="http://schemas.microsoft.com/office/drawing/2014/main" id="{3AB8D922-277A-8D02-3B17-31150F2469B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7" name="Freeform: Shape 7">
              <a:extLst>
                <a:ext uri="{FF2B5EF4-FFF2-40B4-BE49-F238E27FC236}">
                  <a16:creationId xmlns:a16="http://schemas.microsoft.com/office/drawing/2014/main" id="{3D3851EE-A1E2-2A22-50AE-7CA5E1ABE91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8" name="Freeform: Shape 8">
              <a:extLst>
                <a:ext uri="{FF2B5EF4-FFF2-40B4-BE49-F238E27FC236}">
                  <a16:creationId xmlns:a16="http://schemas.microsoft.com/office/drawing/2014/main" id="{5A7D9DCF-973E-E84F-5D6E-861D2543EC1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2"/>
                </a:solidFill>
              </a:endParaRPr>
            </a:p>
          </p:txBody>
        </p:sp>
      </p:grpSp>
      <p:sp>
        <p:nvSpPr>
          <p:cNvPr id="46" name="Rectangle 45">
            <a:extLst>
              <a:ext uri="{FF2B5EF4-FFF2-40B4-BE49-F238E27FC236}">
                <a16:creationId xmlns:a16="http://schemas.microsoft.com/office/drawing/2014/main" id="{518C19CA-236B-538A-7BAE-5BEFF8D5CC22}"/>
              </a:ext>
            </a:extLst>
          </p:cNvPr>
          <p:cNvSpPr/>
          <p:nvPr userDrawn="1"/>
        </p:nvSpPr>
        <p:spPr>
          <a:xfrm>
            <a:off x="550863" y="2834640"/>
            <a:ext cx="4345176" cy="8102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dirty="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dirty="0">
                <a:solidFill>
                  <a:schemeClr val="bg2"/>
                </a:solidFill>
                <a:latin typeface="+mn-lt"/>
              </a:rPr>
              <a:t>w</a:t>
            </a:r>
            <a:r>
              <a:rPr lang="en-US" sz="1050" dirty="0">
                <a:solidFill>
                  <a:schemeClr val="bg2"/>
                </a:solidFill>
                <a:latin typeface="+mn-lt"/>
              </a:rPr>
              <a:t>ww.capgemini.com</a:t>
            </a: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bg2"/>
              </a:solidFill>
              <a:latin typeface="Ubuntu" panose="020B0504030602030204" pitchFamily="34" charset="0"/>
            </a:endParaRPr>
          </a:p>
        </p:txBody>
      </p:sp>
      <p:grpSp>
        <p:nvGrpSpPr>
          <p:cNvPr id="19" name="Group 18">
            <a:extLst>
              <a:ext uri="{FF2B5EF4-FFF2-40B4-BE49-F238E27FC236}">
                <a16:creationId xmlns:a16="http://schemas.microsoft.com/office/drawing/2014/main" id="{A5610925-F855-014F-3846-A33BD39AE7CF}"/>
              </a:ext>
            </a:extLst>
          </p:cNvPr>
          <p:cNvGrpSpPr/>
          <p:nvPr userDrawn="1"/>
        </p:nvGrpSpPr>
        <p:grpSpPr>
          <a:xfrm>
            <a:off x="8904288" y="5569004"/>
            <a:ext cx="1951070" cy="335280"/>
            <a:chOff x="8904288" y="5569004"/>
            <a:chExt cx="1951070" cy="335280"/>
          </a:xfrm>
        </p:grpSpPr>
        <p:pic>
          <p:nvPicPr>
            <p:cNvPr id="20" name="Picture 19">
              <a:hlinkClick r:id="rId6"/>
              <a:extLst>
                <a:ext uri="{FF2B5EF4-FFF2-40B4-BE49-F238E27FC236}">
                  <a16:creationId xmlns:a16="http://schemas.microsoft.com/office/drawing/2014/main" id="{24FCF918-8BD0-16D2-F339-AA3D847D0A13}"/>
                </a:ext>
              </a:extLst>
            </p:cNvPr>
            <p:cNvPicPr>
              <a:picLocks noChangeAspect="1"/>
            </p:cNvPicPr>
            <p:nvPr userDrawn="1"/>
          </p:nvPicPr>
          <p:blipFill rotWithShape="1">
            <a:blip r:embed="rId7" cstate="screen">
              <a:lum bright="70000" contrast="-70000"/>
              <a:extLst>
                <a:ext uri="{BEBA8EAE-BF5A-486C-A8C5-ECC9F3942E4B}">
                  <a14:imgProps xmlns:a14="http://schemas.microsoft.com/office/drawing/2010/main">
                    <a14:imgLayer r:embed="rId8">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22" name="Picture 21">
              <a:hlinkClick r:id="rId9"/>
              <a:extLst>
                <a:ext uri="{FF2B5EF4-FFF2-40B4-BE49-F238E27FC236}">
                  <a16:creationId xmlns:a16="http://schemas.microsoft.com/office/drawing/2014/main" id="{43FFB736-D24D-5661-8C87-A4FA45684F22}"/>
                </a:ext>
              </a:extLst>
            </p:cNvPr>
            <p:cNvPicPr>
              <a:picLocks noChangeAspect="1"/>
            </p:cNvPicPr>
            <p:nvPr userDrawn="1"/>
          </p:nvPicPr>
          <p:blipFill rotWithShape="1">
            <a:blip r:embed="rId10" cstate="screen">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23" name="Picture 22">
              <a:hlinkClick r:id="rId12"/>
              <a:extLst>
                <a:ext uri="{FF2B5EF4-FFF2-40B4-BE49-F238E27FC236}">
                  <a16:creationId xmlns:a16="http://schemas.microsoft.com/office/drawing/2014/main" id="{FD54A805-731A-166D-0E90-B161D3D72A48}"/>
                </a:ext>
              </a:extLst>
            </p:cNvPr>
            <p:cNvPicPr>
              <a:picLocks noChangeAspect="1"/>
            </p:cNvPicPr>
            <p:nvPr userDrawn="1"/>
          </p:nvPicPr>
          <p:blipFill rotWithShape="1">
            <a:blip r:embed="rId13" cstate="screen">
              <a:lum bright="70000" contrast="-70000"/>
              <a:extLst>
                <a:ext uri="{BEBA8EAE-BF5A-486C-A8C5-ECC9F3942E4B}">
                  <a14:imgProps xmlns:a14="http://schemas.microsoft.com/office/drawing/2010/main">
                    <a14:imgLayer r:embed="rId14">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24" name="Picture 23">
              <a:hlinkClick r:id="rId15"/>
              <a:extLst>
                <a:ext uri="{FF2B5EF4-FFF2-40B4-BE49-F238E27FC236}">
                  <a16:creationId xmlns:a16="http://schemas.microsoft.com/office/drawing/2014/main" id="{810DB779-E58E-2D08-4480-9915DA0226E2}"/>
                </a:ext>
              </a:extLst>
            </p:cNvPr>
            <p:cNvPicPr>
              <a:picLocks noChangeAspect="1"/>
            </p:cNvPicPr>
            <p:nvPr userDrawn="1"/>
          </p:nvPicPr>
          <p:blipFill rotWithShape="1">
            <a:blip r:embed="rId16" cstate="screen">
              <a:lum bright="70000" contrast="-70000"/>
              <a:extLst>
                <a:ext uri="{BEBA8EAE-BF5A-486C-A8C5-ECC9F3942E4B}">
                  <a14:imgProps xmlns:a14="http://schemas.microsoft.com/office/drawing/2010/main">
                    <a14:imgLayer r:embed="rId17">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25" name="Picture 24">
              <a:hlinkClick r:id="rId18"/>
              <a:extLst>
                <a:ext uri="{FF2B5EF4-FFF2-40B4-BE49-F238E27FC236}">
                  <a16:creationId xmlns:a16="http://schemas.microsoft.com/office/drawing/2014/main" id="{A7DC571B-9383-37DB-3C81-7DAF8A33D562}"/>
                </a:ext>
              </a:extLst>
            </p:cNvPr>
            <p:cNvPicPr>
              <a:picLocks noChangeAspect="1"/>
            </p:cNvPicPr>
            <p:nvPr userDrawn="1"/>
          </p:nvPicPr>
          <p:blipFill rotWithShape="1">
            <a:blip r:embed="rId19" cstate="screen">
              <a:lum bright="70000" contrast="-70000"/>
              <a:extLst>
                <a:ext uri="{BEBA8EAE-BF5A-486C-A8C5-ECC9F3942E4B}">
                  <a14:imgProps xmlns:a14="http://schemas.microsoft.com/office/drawing/2010/main">
                    <a14:imgLayer r:embed="rId20">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3" name="Rectangle 2">
            <a:extLst>
              <a:ext uri="{FF2B5EF4-FFF2-40B4-BE49-F238E27FC236}">
                <a16:creationId xmlns:a16="http://schemas.microsoft.com/office/drawing/2014/main" id="{2C645D6C-FA80-81D4-4ECF-74E959550267}"/>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
        <p:nvSpPr>
          <p:cNvPr id="4" name="Rectangle 3">
            <a:extLst>
              <a:ext uri="{FF2B5EF4-FFF2-40B4-BE49-F238E27FC236}">
                <a16:creationId xmlns:a16="http://schemas.microsoft.com/office/drawing/2014/main" id="{87E7F37E-C8D7-B1B1-48D0-73F7C414F714}"/>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bg1"/>
                </a:solidFill>
                <a:latin typeface="+mn-lt"/>
                <a:cs typeface="Arial"/>
              </a:rPr>
              <a:t>Copyright © 2026 Capgemini. All rights reserved.</a:t>
            </a:r>
          </a:p>
        </p:txBody>
      </p:sp>
      <p:sp>
        <p:nvSpPr>
          <p:cNvPr id="5" name="Rectangle 4">
            <a:extLst>
              <a:ext uri="{FF2B5EF4-FFF2-40B4-BE49-F238E27FC236}">
                <a16:creationId xmlns:a16="http://schemas.microsoft.com/office/drawing/2014/main" id="{418E6A58-E1A4-2DC3-DAB6-63259E67EC54}"/>
              </a:ext>
            </a:extLst>
          </p:cNvPr>
          <p:cNvSpPr/>
          <p:nvPr userDrawn="1"/>
        </p:nvSpPr>
        <p:spPr>
          <a:xfrm>
            <a:off x="550864" y="1051075"/>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Tree>
    <p:extLst>
      <p:ext uri="{BB962C8B-B14F-4D97-AF65-F5344CB8AC3E}">
        <p14:creationId xmlns:p14="http://schemas.microsoft.com/office/powerpoint/2010/main" val="2638169388"/>
      </p:ext>
    </p:extLst>
  </p:cSld>
  <p:clrMapOvr>
    <a:masterClrMapping/>
  </p:clrMapOvr>
  <p:extLst>
    <p:ext uri="{DCECCB84-F9BA-43D5-87BE-67443E8EF086}">
      <p15:sldGuideLst xmlns:p15="http://schemas.microsoft.com/office/powerpoint/2012/main"/>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dirty="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dirty="0">
                <a:solidFill>
                  <a:schemeClr val="bg2"/>
                </a:solidFill>
                <a:latin typeface="+mn-lt"/>
              </a:rPr>
              <a:t>w</a:t>
            </a:r>
            <a:r>
              <a:rPr lang="en-US" sz="1050" dirty="0">
                <a:solidFill>
                  <a:schemeClr val="bg2"/>
                </a:solidFill>
                <a:latin typeface="+mn-lt"/>
              </a:rPr>
              <a:t>ww.capgemini.com</a:t>
            </a: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2"/>
                </a:solidFill>
              </a:endParaRPr>
            </a:p>
          </p:txBody>
        </p:sp>
      </p:grpSp>
      <p:grpSp>
        <p:nvGrpSpPr>
          <p:cNvPr id="8" name="Group 7">
            <a:extLst>
              <a:ext uri="{FF2B5EF4-FFF2-40B4-BE49-F238E27FC236}">
                <a16:creationId xmlns:a16="http://schemas.microsoft.com/office/drawing/2014/main" id="{C3529F38-DE31-8549-CDA7-1E4A748CA7C2}"/>
              </a:ext>
            </a:extLst>
          </p:cNvPr>
          <p:cNvGrpSpPr/>
          <p:nvPr userDrawn="1"/>
        </p:nvGrpSpPr>
        <p:grpSpPr>
          <a:xfrm>
            <a:off x="8904288" y="5569004"/>
            <a:ext cx="1951070" cy="335280"/>
            <a:chOff x="8904288" y="5569004"/>
            <a:chExt cx="1951070" cy="335280"/>
          </a:xfrm>
        </p:grpSpPr>
        <p:pic>
          <p:nvPicPr>
            <p:cNvPr id="9" name="Picture 8">
              <a:hlinkClick r:id="rId2"/>
              <a:extLst>
                <a:ext uri="{FF2B5EF4-FFF2-40B4-BE49-F238E27FC236}">
                  <a16:creationId xmlns:a16="http://schemas.microsoft.com/office/drawing/2014/main" id="{AA7E1FC5-0975-36A9-15BB-4B78B750848B}"/>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10" name="Picture 9">
              <a:hlinkClick r:id="rId5"/>
              <a:extLst>
                <a:ext uri="{FF2B5EF4-FFF2-40B4-BE49-F238E27FC236}">
                  <a16:creationId xmlns:a16="http://schemas.microsoft.com/office/drawing/2014/main" id="{9852B28F-AE33-FE98-514D-6F11A86092BB}"/>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11" name="Picture 10">
              <a:hlinkClick r:id="rId8"/>
              <a:extLst>
                <a:ext uri="{FF2B5EF4-FFF2-40B4-BE49-F238E27FC236}">
                  <a16:creationId xmlns:a16="http://schemas.microsoft.com/office/drawing/2014/main" id="{FA1AEA76-FACD-25B8-0110-7425FE173BD9}"/>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12" name="Picture 11">
              <a:hlinkClick r:id="rId11"/>
              <a:extLst>
                <a:ext uri="{FF2B5EF4-FFF2-40B4-BE49-F238E27FC236}">
                  <a16:creationId xmlns:a16="http://schemas.microsoft.com/office/drawing/2014/main" id="{8EE305D6-5BF1-8C3B-B40C-DAE50AEF0788}"/>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13" name="Picture 12">
              <a:hlinkClick r:id="rId14"/>
              <a:extLst>
                <a:ext uri="{FF2B5EF4-FFF2-40B4-BE49-F238E27FC236}">
                  <a16:creationId xmlns:a16="http://schemas.microsoft.com/office/drawing/2014/main" id="{152FD4A1-441F-A138-65D6-13171C1C355C}"/>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2" name="Rectangle 1">
            <a:extLst>
              <a:ext uri="{FF2B5EF4-FFF2-40B4-BE49-F238E27FC236}">
                <a16:creationId xmlns:a16="http://schemas.microsoft.com/office/drawing/2014/main" id="{4A1EA4A7-A166-E578-2EF5-FCAEFB78F088}"/>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bg1"/>
                </a:solidFill>
                <a:latin typeface="+mn-lt"/>
                <a:cs typeface="Arial"/>
              </a:rPr>
              <a:t>Copyright © 2026 Capgemini. All rights reserved.</a:t>
            </a:r>
          </a:p>
        </p:txBody>
      </p:sp>
      <p:sp>
        <p:nvSpPr>
          <p:cNvPr id="3" name="Rectangle 2">
            <a:extLst>
              <a:ext uri="{FF2B5EF4-FFF2-40B4-BE49-F238E27FC236}">
                <a16:creationId xmlns:a16="http://schemas.microsoft.com/office/drawing/2014/main" id="{5A0F1FC6-DEA9-4963-B8C6-D1A8E4E8528B}"/>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Tree>
    <p:extLst>
      <p:ext uri="{BB962C8B-B14F-4D97-AF65-F5344CB8AC3E}">
        <p14:creationId xmlns:p14="http://schemas.microsoft.com/office/powerpoint/2010/main" val="2615611216"/>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bg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dirty="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dirty="0">
                <a:solidFill>
                  <a:schemeClr val="bg2"/>
                </a:solidFill>
                <a:latin typeface="+mn-lt"/>
              </a:rPr>
              <a:t>w</a:t>
            </a:r>
            <a:r>
              <a:rPr lang="en-US" sz="1050" dirty="0">
                <a:solidFill>
                  <a:schemeClr val="bg2"/>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3" name="Group 2">
            <a:extLst>
              <a:ext uri="{FF2B5EF4-FFF2-40B4-BE49-F238E27FC236}">
                <a16:creationId xmlns:a16="http://schemas.microsoft.com/office/drawing/2014/main" id="{80DDEBF5-BCD7-417A-1787-F148EF7B13B7}"/>
              </a:ext>
            </a:extLst>
          </p:cNvPr>
          <p:cNvGrpSpPr/>
          <p:nvPr userDrawn="1"/>
        </p:nvGrpSpPr>
        <p:grpSpPr>
          <a:xfrm>
            <a:off x="8904288" y="5569004"/>
            <a:ext cx="1951070" cy="335280"/>
            <a:chOff x="8904288" y="5569004"/>
            <a:chExt cx="1951070" cy="335280"/>
          </a:xfrm>
        </p:grpSpPr>
        <p:pic>
          <p:nvPicPr>
            <p:cNvPr id="4" name="Picture 3">
              <a:hlinkClick r:id="rId2"/>
              <a:extLst>
                <a:ext uri="{FF2B5EF4-FFF2-40B4-BE49-F238E27FC236}">
                  <a16:creationId xmlns:a16="http://schemas.microsoft.com/office/drawing/2014/main" id="{D8AE6A28-0135-28A5-EA09-7E561544F94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000000"/>
              </a:solidFill>
            </a:ln>
          </p:spPr>
        </p:pic>
        <p:pic>
          <p:nvPicPr>
            <p:cNvPr id="5" name="Picture 4">
              <a:hlinkClick r:id="rId4"/>
              <a:extLst>
                <a:ext uri="{FF2B5EF4-FFF2-40B4-BE49-F238E27FC236}">
                  <a16:creationId xmlns:a16="http://schemas.microsoft.com/office/drawing/2014/main" id="{9FF9D83D-3E8E-F5F4-73F1-6950C58A3575}"/>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000000"/>
              </a:solidFill>
            </a:ln>
          </p:spPr>
        </p:pic>
        <p:pic>
          <p:nvPicPr>
            <p:cNvPr id="6" name="Picture 5">
              <a:hlinkClick r:id="rId6"/>
              <a:extLst>
                <a:ext uri="{FF2B5EF4-FFF2-40B4-BE49-F238E27FC236}">
                  <a16:creationId xmlns:a16="http://schemas.microsoft.com/office/drawing/2014/main" id="{38E6916A-F1B5-9C57-3FAA-6E274CAD88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000000"/>
              </a:solidFill>
            </a:ln>
          </p:spPr>
        </p:pic>
        <p:pic>
          <p:nvPicPr>
            <p:cNvPr id="7" name="Picture 6">
              <a:hlinkClick r:id="rId8"/>
              <a:extLst>
                <a:ext uri="{FF2B5EF4-FFF2-40B4-BE49-F238E27FC236}">
                  <a16:creationId xmlns:a16="http://schemas.microsoft.com/office/drawing/2014/main" id="{A69F2814-7CA6-9D53-A57F-35F014DE27BF}"/>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000000"/>
              </a:solidFill>
            </a:ln>
          </p:spPr>
        </p:pic>
        <p:pic>
          <p:nvPicPr>
            <p:cNvPr id="8" name="Picture 7">
              <a:hlinkClick r:id="rId10"/>
              <a:extLst>
                <a:ext uri="{FF2B5EF4-FFF2-40B4-BE49-F238E27FC236}">
                  <a16:creationId xmlns:a16="http://schemas.microsoft.com/office/drawing/2014/main" id="{F3390200-66D1-FEF4-E185-1A09A0520D5E}"/>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000000"/>
              </a:solidFill>
            </a:ln>
          </p:spPr>
        </p:pic>
      </p:grpSp>
      <p:sp>
        <p:nvSpPr>
          <p:cNvPr id="12" name="Rectangle 11">
            <a:extLst>
              <a:ext uri="{FF2B5EF4-FFF2-40B4-BE49-F238E27FC236}">
                <a16:creationId xmlns:a16="http://schemas.microsoft.com/office/drawing/2014/main" id="{D86ED672-709D-D8DD-0783-BFB81191CE6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tx1"/>
                </a:solidFill>
                <a:latin typeface="+mn-lt"/>
                <a:cs typeface="Arial"/>
              </a:rPr>
              <a:t>Copyright © 2026 Capgemini. All rights reserved.</a:t>
            </a:r>
          </a:p>
        </p:txBody>
      </p:sp>
      <p:sp>
        <p:nvSpPr>
          <p:cNvPr id="13" name="Rectangle 12">
            <a:extLst>
              <a:ext uri="{FF2B5EF4-FFF2-40B4-BE49-F238E27FC236}">
                <a16:creationId xmlns:a16="http://schemas.microsoft.com/office/drawing/2014/main" id="{FCD2C27D-3F67-16BF-264C-B92B5DA213ED}"/>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Tree>
    <p:extLst>
      <p:ext uri="{BB962C8B-B14F-4D97-AF65-F5344CB8AC3E}">
        <p14:creationId xmlns:p14="http://schemas.microsoft.com/office/powerpoint/2010/main" val="3131283051"/>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0" y="0"/>
            <a:ext cx="8904287" cy="6858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3" name="Group 2">
            <a:extLst>
              <a:ext uri="{FF2B5EF4-FFF2-40B4-BE49-F238E27FC236}">
                <a16:creationId xmlns:a16="http://schemas.microsoft.com/office/drawing/2014/main" id="{E1F341D8-9871-3E87-0C47-63724CC68DAF}"/>
              </a:ext>
            </a:extLst>
          </p:cNvPr>
          <p:cNvGrpSpPr>
            <a:grpSpLocks noChangeAspect="1"/>
          </p:cNvGrpSpPr>
          <p:nvPr userDrawn="1"/>
        </p:nvGrpSpPr>
        <p:grpSpPr>
          <a:xfrm>
            <a:off x="9912013" y="409248"/>
            <a:ext cx="1872000" cy="420870"/>
            <a:chOff x="5094083" y="5360390"/>
            <a:chExt cx="3039349" cy="683316"/>
          </a:xfrm>
          <a:solidFill>
            <a:schemeClr val="bg1"/>
          </a:solidFill>
        </p:grpSpPr>
        <p:sp>
          <p:nvSpPr>
            <p:cNvPr id="14" name="Freeform: Shape 4">
              <a:extLst>
                <a:ext uri="{FF2B5EF4-FFF2-40B4-BE49-F238E27FC236}">
                  <a16:creationId xmlns:a16="http://schemas.microsoft.com/office/drawing/2014/main" id="{2608921F-B565-8FD4-583E-9DA9BDDB533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5" name="Freeform: Shape 5">
              <a:extLst>
                <a:ext uri="{FF2B5EF4-FFF2-40B4-BE49-F238E27FC236}">
                  <a16:creationId xmlns:a16="http://schemas.microsoft.com/office/drawing/2014/main" id="{59393CFC-3187-9068-EACC-9DD97F450CB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20" name="Freeform: Shape 6">
              <a:extLst>
                <a:ext uri="{FF2B5EF4-FFF2-40B4-BE49-F238E27FC236}">
                  <a16:creationId xmlns:a16="http://schemas.microsoft.com/office/drawing/2014/main" id="{F2454DD1-23F6-150E-C46D-96FB7C5FC4D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1" name="Freeform: Shape 7">
              <a:extLst>
                <a:ext uri="{FF2B5EF4-FFF2-40B4-BE49-F238E27FC236}">
                  <a16:creationId xmlns:a16="http://schemas.microsoft.com/office/drawing/2014/main" id="{34B65355-DFA8-1685-F338-14C9D76CCDE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2" name="Freeform: Shape 8">
              <a:extLst>
                <a:ext uri="{FF2B5EF4-FFF2-40B4-BE49-F238E27FC236}">
                  <a16:creationId xmlns:a16="http://schemas.microsoft.com/office/drawing/2014/main" id="{DF15E081-4331-E828-08B5-2291332FD14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23" name="Rectangle 22">
            <a:extLst>
              <a:ext uri="{FF2B5EF4-FFF2-40B4-BE49-F238E27FC236}">
                <a16:creationId xmlns:a16="http://schemas.microsoft.com/office/drawing/2014/main" id="{7D66C3DE-7CB2-8D02-1EF9-E3C8E4BFAA90}"/>
              </a:ext>
            </a:extLst>
          </p:cNvPr>
          <p:cNvSpPr/>
          <p:nvPr userDrawn="1"/>
        </p:nvSpPr>
        <p:spPr>
          <a:xfrm rot="16200000">
            <a:off x="5403547"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7313049" cy="4104456"/>
          </a:xfrm>
          <a:prstGeom prst="rect">
            <a:avLst/>
          </a:prstGeo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dirty="0"/>
              <a:t>Click to edit Master title style</a:t>
            </a:r>
            <a:endParaRPr lang="en-PL" dirty="0"/>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Tree>
    <p:extLst>
      <p:ext uri="{BB962C8B-B14F-4D97-AF65-F5344CB8AC3E}">
        <p14:creationId xmlns:p14="http://schemas.microsoft.com/office/powerpoint/2010/main" val="35403680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prstGeom prst="rect">
            <a:avLst/>
          </a:prstGeo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dirty="0"/>
              <a:t>Click to edit Master title style</a:t>
            </a:r>
            <a:endParaRPr lang="en-PL" dirty="0"/>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accent1"/>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846295546"/>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14" name="Group 2">
            <a:extLst>
              <a:ext uri="{FF2B5EF4-FFF2-40B4-BE49-F238E27FC236}">
                <a16:creationId xmlns:a16="http://schemas.microsoft.com/office/drawing/2014/main" id="{5570D5EE-65A7-6ED8-B779-4B18D3F9B40F}"/>
              </a:ext>
            </a:extLst>
          </p:cNvPr>
          <p:cNvGrpSpPr>
            <a:grpSpLocks noChangeAspect="1"/>
          </p:cNvGrpSpPr>
          <p:nvPr userDrawn="1"/>
        </p:nvGrpSpPr>
        <p:grpSpPr>
          <a:xfrm>
            <a:off x="9912013" y="6122117"/>
            <a:ext cx="1872000" cy="420870"/>
            <a:chOff x="5094083" y="5360390"/>
            <a:chExt cx="3039349" cy="683316"/>
          </a:xfrm>
          <a:solidFill>
            <a:schemeClr val="accent1"/>
          </a:solidFill>
        </p:grpSpPr>
        <p:sp>
          <p:nvSpPr>
            <p:cNvPr id="15" name="Freeform: Shape 4">
              <a:extLst>
                <a:ext uri="{FF2B5EF4-FFF2-40B4-BE49-F238E27FC236}">
                  <a16:creationId xmlns:a16="http://schemas.microsoft.com/office/drawing/2014/main" id="{D58972C2-A9F5-BC83-6D8B-F2551227EF0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6" name="Freeform: Shape 5">
              <a:extLst>
                <a:ext uri="{FF2B5EF4-FFF2-40B4-BE49-F238E27FC236}">
                  <a16:creationId xmlns:a16="http://schemas.microsoft.com/office/drawing/2014/main" id="{F1185E33-8F53-63CA-354E-8F831E6BCFB7}"/>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8" name="Freeform: Shape 6">
              <a:extLst>
                <a:ext uri="{FF2B5EF4-FFF2-40B4-BE49-F238E27FC236}">
                  <a16:creationId xmlns:a16="http://schemas.microsoft.com/office/drawing/2014/main" id="{CDD16A12-A8F2-58EF-09CC-13E3376F38B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0" name="Freeform: Shape 7">
              <a:extLst>
                <a:ext uri="{FF2B5EF4-FFF2-40B4-BE49-F238E27FC236}">
                  <a16:creationId xmlns:a16="http://schemas.microsoft.com/office/drawing/2014/main" id="{8F3DB536-4854-A063-FC86-800CFAAD247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1" name="Freeform: Shape 8">
              <a:extLst>
                <a:ext uri="{FF2B5EF4-FFF2-40B4-BE49-F238E27FC236}">
                  <a16:creationId xmlns:a16="http://schemas.microsoft.com/office/drawing/2014/main" id="{BF1BB4C2-2CFF-9555-916D-B08189B1ED7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a:prstGeom prst="rect">
            <a:avLst/>
          </a:prstGeom>
        </p:spPr>
        <p:txBody>
          <a:bodyPr anchor="b"/>
          <a:lstStyle>
            <a:lvl1pPr>
              <a:defRPr sz="5400"/>
            </a:lvl1pPr>
          </a:lstStyle>
          <a:p>
            <a:r>
              <a:rPr lang="en-US" dirty="0"/>
              <a:t>Click to edit Master title style</a:t>
            </a:r>
            <a:endParaRPr lang="en-PL" dirty="0"/>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p>
            <a:pPr lvl="0"/>
            <a:r>
              <a:rPr lang="en-US" dirty="0"/>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p>
            <a:pPr lvl="0"/>
            <a:r>
              <a:rPr lang="en-US" dirty="0"/>
              <a:t>Click to edit Master text styles</a:t>
            </a:r>
          </a:p>
        </p:txBody>
      </p:sp>
    </p:spTree>
    <p:extLst>
      <p:ext uri="{BB962C8B-B14F-4D97-AF65-F5344CB8AC3E}">
        <p14:creationId xmlns:p14="http://schemas.microsoft.com/office/powerpoint/2010/main" val="1219737463"/>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grpSp>
        <p:nvGrpSpPr>
          <p:cNvPr id="5" name="Group 2">
            <a:extLst>
              <a:ext uri="{FF2B5EF4-FFF2-40B4-BE49-F238E27FC236}">
                <a16:creationId xmlns:a16="http://schemas.microsoft.com/office/drawing/2014/main" id="{97C43731-60F1-A1BC-E630-11D1BE6DDE01}"/>
              </a:ext>
            </a:extLst>
          </p:cNvPr>
          <p:cNvGrpSpPr>
            <a:grpSpLocks noChangeAspect="1"/>
          </p:cNvGrpSpPr>
          <p:nvPr userDrawn="1"/>
        </p:nvGrpSpPr>
        <p:grpSpPr>
          <a:xfrm>
            <a:off x="368802" y="6162345"/>
            <a:ext cx="1872000" cy="420870"/>
            <a:chOff x="5094083" y="5360390"/>
            <a:chExt cx="3039349" cy="683316"/>
          </a:xfrm>
          <a:solidFill>
            <a:schemeClr val="bg2"/>
          </a:solidFill>
        </p:grpSpPr>
        <p:sp>
          <p:nvSpPr>
            <p:cNvPr id="13" name="Freeform: Shape 4">
              <a:extLst>
                <a:ext uri="{FF2B5EF4-FFF2-40B4-BE49-F238E27FC236}">
                  <a16:creationId xmlns:a16="http://schemas.microsoft.com/office/drawing/2014/main" id="{E46A43A4-DCDF-7C78-DDEA-21BACBE7C71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D4834A30-F65C-87DF-9AD8-668233946F3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5" name="Freeform: Shape 6">
              <a:extLst>
                <a:ext uri="{FF2B5EF4-FFF2-40B4-BE49-F238E27FC236}">
                  <a16:creationId xmlns:a16="http://schemas.microsoft.com/office/drawing/2014/main" id="{97CAB39C-AC38-78BE-6460-1AC31467E31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7" name="Freeform: Shape 7">
              <a:extLst>
                <a:ext uri="{FF2B5EF4-FFF2-40B4-BE49-F238E27FC236}">
                  <a16:creationId xmlns:a16="http://schemas.microsoft.com/office/drawing/2014/main" id="{D6E94E64-5DBF-0D94-8FC8-EDC1F82C3D7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8" name="Freeform: Shape 8">
              <a:extLst>
                <a:ext uri="{FF2B5EF4-FFF2-40B4-BE49-F238E27FC236}">
                  <a16:creationId xmlns:a16="http://schemas.microsoft.com/office/drawing/2014/main" id="{C730C3C9-943E-DF05-5213-9E27CF02B89F}"/>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gr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a:prstGeom prst="rect">
            <a:avLst/>
          </a:prstGeom>
        </p:spPr>
        <p:txBody>
          <a:bodyPr/>
          <a:lstStyle>
            <a:lvl1pPr>
              <a:lnSpc>
                <a:spcPct val="75000"/>
              </a:lnSpc>
              <a:defRPr sz="17200">
                <a:solidFill>
                  <a:schemeClr val="accent2"/>
                </a:solidFill>
                <a:latin typeface="Ubuntu Light" panose="020B0304030602030204" pitchFamily="34" charset="0"/>
              </a:defRPr>
            </a:lvl1pPr>
          </a:lstStyle>
          <a:p>
            <a:r>
              <a:rPr lang="en-US" dirty="0"/>
              <a:t>Master title style</a:t>
            </a:r>
          </a:p>
        </p:txBody>
      </p:sp>
    </p:spTree>
    <p:extLst>
      <p:ext uri="{BB962C8B-B14F-4D97-AF65-F5344CB8AC3E}">
        <p14:creationId xmlns:p14="http://schemas.microsoft.com/office/powerpoint/2010/main" val="410201055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userDrawn="1"/>
        </p:nvGrpSpPr>
        <p:grpSpPr>
          <a:xfrm>
            <a:off x="9912013" y="6122117"/>
            <a:ext cx="1872000" cy="420870"/>
            <a:chOff x="5094083" y="5360390"/>
            <a:chExt cx="3039349" cy="683316"/>
          </a:xfrm>
          <a:solidFill>
            <a:schemeClr val="accent1"/>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a:prstGeom prst="rect">
            <a:avLst/>
          </a:prstGeom>
        </p:spPr>
        <p:txBody>
          <a:bodyPr anchor="b"/>
          <a:lstStyle>
            <a:lvl1pPr>
              <a:lnSpc>
                <a:spcPct val="90000"/>
              </a:lnSpc>
              <a:defRPr sz="7200">
                <a:latin typeface="Ubuntu Light" panose="020B0304030602030204" pitchFamily="34" charset="0"/>
              </a:defRPr>
            </a:lvl1pPr>
          </a:lstStyle>
          <a:p>
            <a:r>
              <a:rPr lang="en-US" dirty="0"/>
              <a:t>Click to edit Master title style</a:t>
            </a:r>
            <a:endParaRPr lang="en-PL" dirty="0"/>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lvl1pPr>
          </a:lstStyle>
          <a:p>
            <a:pPr lvl="0"/>
            <a:r>
              <a:rPr lang="en-US" dirty="0"/>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p>
            <a:pPr lvl="0"/>
            <a:r>
              <a:rPr lang="en-US" dirty="0"/>
              <a:t>Click to edit Master text styles</a:t>
            </a:r>
          </a:p>
        </p:txBody>
      </p:sp>
    </p:spTree>
    <p:extLst>
      <p:ext uri="{BB962C8B-B14F-4D97-AF65-F5344CB8AC3E}">
        <p14:creationId xmlns:p14="http://schemas.microsoft.com/office/powerpoint/2010/main" val="307206065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1"/>
            <a:ext cx="273198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dirty="0"/>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a:prstGeom prst="rect">
            <a:avLst/>
          </a:prstGeom>
        </p:spPr>
        <p:txBody>
          <a:bodyPr anchor="b"/>
          <a:lstStyle>
            <a:lvl1pPr>
              <a:defRPr sz="5400">
                <a:solidFill>
                  <a:schemeClr val="bg1"/>
                </a:solidFill>
              </a:defRPr>
            </a:lvl1pPr>
          </a:lstStyle>
          <a:p>
            <a:r>
              <a:rPr lang="en-US" dirty="0"/>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9912013" y="3893182"/>
            <a:ext cx="1872000" cy="1123397"/>
          </a:xfrm>
          <a:prstGeom prst="rect">
            <a:avLst/>
          </a:prstGeom>
        </p:spPr>
        <p:txBody>
          <a:bodyPr anchor="b">
            <a:noAutofit/>
          </a:bodyPr>
          <a:lstStyle>
            <a:lvl1pPr>
              <a:defRPr sz="2000"/>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87557960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0"/>
            <a:ext cx="2731981"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dirty="0"/>
              <a:t>Click icon to add picture</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087887" y="549275"/>
            <a:ext cx="4036154" cy="3815829"/>
          </a:xfrm>
          <a:prstGeom prst="rect">
            <a:avLst/>
          </a:prstGeom>
        </p:spPr>
        <p:txBody>
          <a:bodyPr anchor="b"/>
          <a:lstStyle>
            <a:lvl1pPr>
              <a:defRPr sz="6600">
                <a:solidFill>
                  <a:schemeClr val="bg1"/>
                </a:solidFill>
                <a:latin typeface="Ubuntu Light" panose="020B0304030602030204" pitchFamily="34" charset="0"/>
              </a:defRPr>
            </a:lvl1pPr>
          </a:lstStyle>
          <a:p>
            <a:r>
              <a:rPr lang="en-US" dirty="0"/>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5159897" y="4725144"/>
            <a:ext cx="3964144" cy="316404"/>
          </a:xfrm>
          <a:prstGeom prst="rect">
            <a:avLst/>
          </a:prstGeom>
        </p:spPr>
        <p:txBody>
          <a:bodyPr anchor="b">
            <a:noAutofit/>
          </a:bodyPr>
          <a:lstStyle>
            <a:lvl1pPr>
              <a:defRPr sz="2000">
                <a:solidFill>
                  <a:schemeClr val="bg1"/>
                </a:solidFill>
              </a:defRPr>
            </a:lvl1pPr>
          </a:lstStyle>
          <a:p>
            <a:pPr lvl="0"/>
            <a:r>
              <a:rPr lang="en-US" dirty="0"/>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dirty="0"/>
              <a:t>Click to edit Master text styles</a:t>
            </a:r>
          </a:p>
        </p:txBody>
      </p:sp>
    </p:spTree>
    <p:extLst>
      <p:ext uri="{BB962C8B-B14F-4D97-AF65-F5344CB8AC3E}">
        <p14:creationId xmlns:p14="http://schemas.microsoft.com/office/powerpoint/2010/main" val="1898253803"/>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2736773"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2916774" y="0"/>
            <a:ext cx="9275226"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357195"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3401003" y="1628775"/>
            <a:ext cx="6578080" cy="3589714"/>
          </a:xfrm>
          <a:prstGeom prst="rect">
            <a:avLst/>
          </a:prstGeom>
        </p:spPr>
        <p:txBody>
          <a:bodyPr anchor="b"/>
          <a:lstStyle>
            <a:lvl1pPr>
              <a:defRPr sz="5400"/>
            </a:lvl1pPr>
          </a:lstStyle>
          <a:p>
            <a:r>
              <a:rPr lang="en-US" dirty="0"/>
              <a:t>Click to edit Master title style</a:t>
            </a:r>
            <a:endParaRPr lang="en-PL" dirty="0"/>
          </a:p>
        </p:txBody>
      </p:sp>
      <p:sp>
        <p:nvSpPr>
          <p:cNvPr id="6" name="Rectangle 5">
            <a:extLst>
              <a:ext uri="{FF2B5EF4-FFF2-40B4-BE49-F238E27FC236}">
                <a16:creationId xmlns:a16="http://schemas.microsoft.com/office/drawing/2014/main" id="{308E3512-1EC7-FD95-4A22-F366C773E9C4}"/>
              </a:ext>
            </a:extLst>
          </p:cNvPr>
          <p:cNvSpPr/>
          <p:nvPr userDrawn="1"/>
        </p:nvSpPr>
        <p:spPr>
          <a:xfrm rot="16200000">
            <a:off x="-602226"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5" y="3893182"/>
            <a:ext cx="2088292" cy="1123397"/>
          </a:xfrm>
          <a:prstGeom prst="rect">
            <a:avLst/>
          </a:prstGeom>
        </p:spPr>
        <p:txBody>
          <a:bodyPr anchor="b">
            <a:noAutofit/>
          </a:bodyPr>
          <a:lstStyle>
            <a:lvl1pPr>
              <a:defRPr sz="2000"/>
            </a:lvl1pPr>
          </a:lstStyle>
          <a:p>
            <a:pPr lvl="0"/>
            <a:r>
              <a:rPr lang="en-US" dirty="0"/>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5" y="5264061"/>
            <a:ext cx="2088292" cy="522985"/>
          </a:xfrm>
          <a:prstGeom prst="rect">
            <a:avLst/>
          </a:prstGeom>
        </p:spPr>
        <p:txBody>
          <a:bodyPr/>
          <a:lstStyle/>
          <a:p>
            <a:pPr lvl="0"/>
            <a:r>
              <a:rPr lang="en-US" dirty="0"/>
              <a:t>Click to edit Master text styles</a:t>
            </a:r>
          </a:p>
        </p:txBody>
      </p:sp>
    </p:spTree>
    <p:extLst>
      <p:ext uri="{BB962C8B-B14F-4D97-AF65-F5344CB8AC3E}">
        <p14:creationId xmlns:p14="http://schemas.microsoft.com/office/powerpoint/2010/main" val="11377225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4DF1FB95-D31F-BE9E-B180-3D9694FA82C8}"/>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3" name="Title Placeholder 4">
            <a:extLst>
              <a:ext uri="{FF2B5EF4-FFF2-40B4-BE49-F238E27FC236}">
                <a16:creationId xmlns:a16="http://schemas.microsoft.com/office/drawing/2014/main" id="{0DFC6213-FA5F-719D-08B4-AB40D1B57B18}"/>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
        <p:nvSpPr>
          <p:cNvPr id="8" name="Text Placeholder 1">
            <a:extLst>
              <a:ext uri="{FF2B5EF4-FFF2-40B4-BE49-F238E27FC236}">
                <a16:creationId xmlns:a16="http://schemas.microsoft.com/office/drawing/2014/main" id="{2D90A92B-BDBF-A45E-B38F-657F2F0B5AEC}"/>
              </a:ext>
            </a:extLst>
          </p:cNvPr>
          <p:cNvSpPr>
            <a:spLocks noGrp="1"/>
          </p:cNvSpPr>
          <p:nvPr>
            <p:ph idx="1" hasCustomPrompt="1"/>
          </p:nvPr>
        </p:nvSpPr>
        <p:spPr>
          <a:xfrm>
            <a:off x="551384" y="1628800"/>
            <a:ext cx="7920880" cy="4668638"/>
          </a:xfrm>
          <a:prstGeom prst="rect">
            <a:avLst/>
          </a:prstGeom>
        </p:spPr>
        <p:txBody>
          <a:bodyPr vert="horz" lIns="0" tIns="0" rIns="0" bIns="0" rtlCol="0">
            <a:noAutofit/>
          </a:body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Fifth level</a:t>
            </a:r>
          </a:p>
        </p:txBody>
      </p:sp>
    </p:spTree>
    <p:extLst>
      <p:ext uri="{BB962C8B-B14F-4D97-AF65-F5344CB8AC3E}">
        <p14:creationId xmlns:p14="http://schemas.microsoft.com/office/powerpoint/2010/main" val="3676774425"/>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F8DBF4E9-6C28-E0D4-13BF-1E287D5E317C}"/>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
        <p:nvSpPr>
          <p:cNvPr id="6" name="Text Placeholder 1">
            <a:extLst>
              <a:ext uri="{FF2B5EF4-FFF2-40B4-BE49-F238E27FC236}">
                <a16:creationId xmlns:a16="http://schemas.microsoft.com/office/drawing/2014/main" id="{1970243F-E192-B209-5E33-DC3DC5F86B33}"/>
              </a:ext>
            </a:extLst>
          </p:cNvPr>
          <p:cNvSpPr>
            <a:spLocks noGrp="1"/>
          </p:cNvSpPr>
          <p:nvPr>
            <p:ph idx="1" hasCustomPrompt="1"/>
          </p:nvPr>
        </p:nvSpPr>
        <p:spPr>
          <a:xfrm>
            <a:off x="6600056" y="1628800"/>
            <a:ext cx="5042266" cy="4668638"/>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lvl1pPr>
            <a:lvl2pPr marL="180975" marR="0"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lvl2pPr>
            <a:lvl3pPr marL="360000" marR="0"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lvl3pPr>
            <a:lvl4pPr marL="539750" marR="0"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lvl4pPr>
            <a:lvl5pPr marL="719138" marR="0"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Fifth level</a:t>
            </a:r>
          </a:p>
        </p:txBody>
      </p:sp>
    </p:spTree>
    <p:extLst>
      <p:ext uri="{BB962C8B-B14F-4D97-AF65-F5344CB8AC3E}">
        <p14:creationId xmlns:p14="http://schemas.microsoft.com/office/powerpoint/2010/main" val="3572227243"/>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33" name="Date Placeholder 32">
            <a:extLst>
              <a:ext uri="{FF2B5EF4-FFF2-40B4-BE49-F238E27FC236}">
                <a16:creationId xmlns:a16="http://schemas.microsoft.com/office/drawing/2014/main" id="{1792F48F-AFC4-D77D-4FA8-B153535CBD70}"/>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5" name="Footer Placeholder 34">
            <a:extLst>
              <a:ext uri="{FF2B5EF4-FFF2-40B4-BE49-F238E27FC236}">
                <a16:creationId xmlns:a16="http://schemas.microsoft.com/office/drawing/2014/main" id="{8FAEFB74-F2E3-AD6C-0203-954A6974716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36" name="Slide Number Placeholder 35">
            <a:extLst>
              <a:ext uri="{FF2B5EF4-FFF2-40B4-BE49-F238E27FC236}">
                <a16:creationId xmlns:a16="http://schemas.microsoft.com/office/drawing/2014/main" id="{AB9C35E1-257F-5A5F-F59A-ECEFF887BE62}"/>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ext Placeholder 11">
            <a:extLst>
              <a:ext uri="{FF2B5EF4-FFF2-40B4-BE49-F238E27FC236}">
                <a16:creationId xmlns:a16="http://schemas.microsoft.com/office/drawing/2014/main" id="{177ECEE6-C274-510A-E183-7CC64018E234}"/>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3" name="Text Placeholder 11">
            <a:extLst>
              <a:ext uri="{FF2B5EF4-FFF2-40B4-BE49-F238E27FC236}">
                <a16:creationId xmlns:a16="http://schemas.microsoft.com/office/drawing/2014/main" id="{6956557D-0540-4E06-2606-E74478C1B109}"/>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7" name="Text Placeholder 11">
            <a:extLst>
              <a:ext uri="{FF2B5EF4-FFF2-40B4-BE49-F238E27FC236}">
                <a16:creationId xmlns:a16="http://schemas.microsoft.com/office/drawing/2014/main" id="{3B9586E9-C51E-DA56-3FAC-023C3959153C}"/>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8" name="Text Placeholder 6">
            <a:extLst>
              <a:ext uri="{FF2B5EF4-FFF2-40B4-BE49-F238E27FC236}">
                <a16:creationId xmlns:a16="http://schemas.microsoft.com/office/drawing/2014/main" id="{B89E4D1A-2646-73E5-791B-BF0164C0C833}"/>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9" name="Text Placeholder 6">
            <a:extLst>
              <a:ext uri="{FF2B5EF4-FFF2-40B4-BE49-F238E27FC236}">
                <a16:creationId xmlns:a16="http://schemas.microsoft.com/office/drawing/2014/main" id="{C9ACB82F-DA24-7A22-07AF-D6418D2E50C4}"/>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1" name="Text Placeholder 6">
            <a:extLst>
              <a:ext uri="{FF2B5EF4-FFF2-40B4-BE49-F238E27FC236}">
                <a16:creationId xmlns:a16="http://schemas.microsoft.com/office/drawing/2014/main" id="{073143D8-53B8-C7F0-0E9A-BEBDE5FAB4B6}"/>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2" name="Text Placeholder 11">
            <a:extLst>
              <a:ext uri="{FF2B5EF4-FFF2-40B4-BE49-F238E27FC236}">
                <a16:creationId xmlns:a16="http://schemas.microsoft.com/office/drawing/2014/main" id="{E7A9F9A2-0932-B847-8275-8C3EED0F9C87}"/>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14" name="Text Placeholder 11">
            <a:extLst>
              <a:ext uri="{FF2B5EF4-FFF2-40B4-BE49-F238E27FC236}">
                <a16:creationId xmlns:a16="http://schemas.microsoft.com/office/drawing/2014/main" id="{3F2F5FF2-5929-011C-CA94-B0950D74BC6A}"/>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1" name="Text Placeholder 11">
            <a:extLst>
              <a:ext uri="{FF2B5EF4-FFF2-40B4-BE49-F238E27FC236}">
                <a16:creationId xmlns:a16="http://schemas.microsoft.com/office/drawing/2014/main" id="{346C6A8E-6729-0ABB-9DE0-B78F02301527}"/>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2" name="Text Placeholder 6">
            <a:extLst>
              <a:ext uri="{FF2B5EF4-FFF2-40B4-BE49-F238E27FC236}">
                <a16:creationId xmlns:a16="http://schemas.microsoft.com/office/drawing/2014/main" id="{F3292A20-85E1-5411-0C87-353A3DC2ED89}"/>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3" name="Text Placeholder 6">
            <a:extLst>
              <a:ext uri="{FF2B5EF4-FFF2-40B4-BE49-F238E27FC236}">
                <a16:creationId xmlns:a16="http://schemas.microsoft.com/office/drawing/2014/main" id="{FC445348-FDB6-A20D-4FB5-E8D748B8DB3C}"/>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4" name="Text Placeholder 6">
            <a:extLst>
              <a:ext uri="{FF2B5EF4-FFF2-40B4-BE49-F238E27FC236}">
                <a16:creationId xmlns:a16="http://schemas.microsoft.com/office/drawing/2014/main" id="{AB9A3432-DAB6-2FB4-1AEB-959A8F3438A4}"/>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8" name="Rectangle 27">
            <a:extLst>
              <a:ext uri="{FF2B5EF4-FFF2-40B4-BE49-F238E27FC236}">
                <a16:creationId xmlns:a16="http://schemas.microsoft.com/office/drawing/2014/main" id="{3A39CED3-C9C5-5AA1-7B87-C6EBF61C365D}"/>
              </a:ext>
            </a:extLst>
          </p:cNvPr>
          <p:cNvSpPr/>
          <p:nvPr userDrawn="1"/>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9" name="Title Placeholder 4">
            <a:extLst>
              <a:ext uri="{FF2B5EF4-FFF2-40B4-BE49-F238E27FC236}">
                <a16:creationId xmlns:a16="http://schemas.microsoft.com/office/drawing/2014/main" id="{2D0B2EA5-825C-A08F-F88F-E7FFE20241DB}"/>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dirty="0"/>
              <a:t>Agenda</a:t>
            </a:r>
            <a:endParaRPr lang="de-DE" dirty="0"/>
          </a:p>
        </p:txBody>
      </p:sp>
    </p:spTree>
    <p:extLst>
      <p:ext uri="{BB962C8B-B14F-4D97-AF65-F5344CB8AC3E}">
        <p14:creationId xmlns:p14="http://schemas.microsoft.com/office/powerpoint/2010/main" val="978763362"/>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37" name="Date Placeholder 36">
            <a:extLst>
              <a:ext uri="{FF2B5EF4-FFF2-40B4-BE49-F238E27FC236}">
                <a16:creationId xmlns:a16="http://schemas.microsoft.com/office/drawing/2014/main" id="{E3E44C7E-7B24-5387-ED6D-C81D4AC2100E}"/>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8" name="Footer Placeholder 37">
            <a:extLst>
              <a:ext uri="{FF2B5EF4-FFF2-40B4-BE49-F238E27FC236}">
                <a16:creationId xmlns:a16="http://schemas.microsoft.com/office/drawing/2014/main" id="{7394A9BB-87FE-DE03-D4F2-1F0FD0B3D02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39" name="Slide Number Placeholder 38">
            <a:extLst>
              <a:ext uri="{FF2B5EF4-FFF2-40B4-BE49-F238E27FC236}">
                <a16:creationId xmlns:a16="http://schemas.microsoft.com/office/drawing/2014/main" id="{A4E72023-089F-F6C6-773E-52A615A0A2C4}"/>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ext Placeholder 11">
            <a:extLst>
              <a:ext uri="{FF2B5EF4-FFF2-40B4-BE49-F238E27FC236}">
                <a16:creationId xmlns:a16="http://schemas.microsoft.com/office/drawing/2014/main" id="{F75B5451-AA81-CE88-5DF5-4CBB04754088}"/>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7" name="Text Placeholder 11">
            <a:extLst>
              <a:ext uri="{FF2B5EF4-FFF2-40B4-BE49-F238E27FC236}">
                <a16:creationId xmlns:a16="http://schemas.microsoft.com/office/drawing/2014/main" id="{35649664-012E-9B95-5AA9-38E8670BAA9D}"/>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8" name="Text Placeholder 11">
            <a:extLst>
              <a:ext uri="{FF2B5EF4-FFF2-40B4-BE49-F238E27FC236}">
                <a16:creationId xmlns:a16="http://schemas.microsoft.com/office/drawing/2014/main" id="{F01EAEFE-E66F-FA16-C00C-234C622D62F1}"/>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11" name="Text Placeholder 6">
            <a:extLst>
              <a:ext uri="{FF2B5EF4-FFF2-40B4-BE49-F238E27FC236}">
                <a16:creationId xmlns:a16="http://schemas.microsoft.com/office/drawing/2014/main" id="{89C76E14-1DFB-6F15-5025-855B6361FD29}"/>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2" name="Text Placeholder 6">
            <a:extLst>
              <a:ext uri="{FF2B5EF4-FFF2-40B4-BE49-F238E27FC236}">
                <a16:creationId xmlns:a16="http://schemas.microsoft.com/office/drawing/2014/main" id="{936F63F5-2235-EC6B-F20A-322C375D6764}"/>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4" name="Text Placeholder 6">
            <a:extLst>
              <a:ext uri="{FF2B5EF4-FFF2-40B4-BE49-F238E27FC236}">
                <a16:creationId xmlns:a16="http://schemas.microsoft.com/office/drawing/2014/main" id="{15422053-2476-1943-AE00-164A9E8371BA}"/>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5" name="Text Placeholder 11">
            <a:extLst>
              <a:ext uri="{FF2B5EF4-FFF2-40B4-BE49-F238E27FC236}">
                <a16:creationId xmlns:a16="http://schemas.microsoft.com/office/drawing/2014/main" id="{09E58911-49B3-A279-5C3D-0C66A8D50259}"/>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16" name="Text Placeholder 11">
            <a:extLst>
              <a:ext uri="{FF2B5EF4-FFF2-40B4-BE49-F238E27FC236}">
                <a16:creationId xmlns:a16="http://schemas.microsoft.com/office/drawing/2014/main" id="{81EE432F-B6C5-2C6D-4F8C-B6AF52AC1342}"/>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17" name="Text Placeholder 11">
            <a:extLst>
              <a:ext uri="{FF2B5EF4-FFF2-40B4-BE49-F238E27FC236}">
                <a16:creationId xmlns:a16="http://schemas.microsoft.com/office/drawing/2014/main" id="{6C3B1CB0-F25D-6CFE-1572-C02E9F997A1F}"/>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1" name="Text Placeholder 6">
            <a:extLst>
              <a:ext uri="{FF2B5EF4-FFF2-40B4-BE49-F238E27FC236}">
                <a16:creationId xmlns:a16="http://schemas.microsoft.com/office/drawing/2014/main" id="{CCC683A4-8B80-3F5B-F447-292A75A2F9EA}"/>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5C7B3DFE-E0E4-60C2-9E68-E7CFA51D9090}"/>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3" name="Text Placeholder 6">
            <a:extLst>
              <a:ext uri="{FF2B5EF4-FFF2-40B4-BE49-F238E27FC236}">
                <a16:creationId xmlns:a16="http://schemas.microsoft.com/office/drawing/2014/main" id="{FBB528F0-6D32-2E8E-109D-145FF08029B2}"/>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5" name="Title Placeholder 4">
            <a:extLst>
              <a:ext uri="{FF2B5EF4-FFF2-40B4-BE49-F238E27FC236}">
                <a16:creationId xmlns:a16="http://schemas.microsoft.com/office/drawing/2014/main" id="{67AE5D7F-39B4-D666-54B9-10ED96FE6120}"/>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dirty="0"/>
              <a:t>Agenda</a:t>
            </a:r>
            <a:endParaRPr lang="de-DE" dirty="0"/>
          </a:p>
        </p:txBody>
      </p:sp>
    </p:spTree>
    <p:extLst>
      <p:ext uri="{BB962C8B-B14F-4D97-AF65-F5344CB8AC3E}">
        <p14:creationId xmlns:p14="http://schemas.microsoft.com/office/powerpoint/2010/main" val="3764575764"/>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dirty="0"/>
              <a:t>01</a:t>
            </a:r>
            <a:endParaRPr lang="en-PL" dirty="0"/>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A46E6970-BA83-4193-5AED-3E295B609552}"/>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2998558723"/>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dirty="0"/>
              <a:t>01</a:t>
            </a:r>
            <a:endParaRPr lang="en-PL" dirty="0"/>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7F0E5308-C0B6-A51A-556D-DA29D16D994D}"/>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5" name="Gradient Placeholder 5">
            <a:extLst>
              <a:ext uri="{FF2B5EF4-FFF2-40B4-BE49-F238E27FC236}">
                <a16:creationId xmlns:a16="http://schemas.microsoft.com/office/drawing/2014/main" id="{BCDFD201-C5C3-D115-FEBA-28F14920CBD6}"/>
              </a:ext>
            </a:extLst>
          </p:cNvPr>
          <p:cNvSpPr>
            <a:spLocks noGrp="1"/>
          </p:cNvSpPr>
          <p:nvPr>
            <p:ph type="body" sz="quarter" idx="28" hasCustomPrompt="1"/>
          </p:nvPr>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dirty="0"/>
              <a:t>Gradient in placeholder</a:t>
            </a:r>
          </a:p>
        </p:txBody>
      </p:sp>
      <p:sp>
        <p:nvSpPr>
          <p:cNvPr id="6" name="Logo Placeholder 7">
            <a:extLst>
              <a:ext uri="{FF2B5EF4-FFF2-40B4-BE49-F238E27FC236}">
                <a16:creationId xmlns:a16="http://schemas.microsoft.com/office/drawing/2014/main" id="{E76BD2F5-FBF2-4A06-98A5-A963BEB4810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910412052"/>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2" name="Text Placeholder 4">
            <a:extLst>
              <a:ext uri="{FF2B5EF4-FFF2-40B4-BE49-F238E27FC236}">
                <a16:creationId xmlns:a16="http://schemas.microsoft.com/office/drawing/2014/main" id="{3F32F9C5-7657-971E-0933-4E87CACF16B6}"/>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dirty="0"/>
              <a:t>01</a:t>
            </a:r>
          </a:p>
        </p:txBody>
      </p:sp>
      <p:sp>
        <p:nvSpPr>
          <p:cNvPr id="5" name="Title 5">
            <a:extLst>
              <a:ext uri="{FF2B5EF4-FFF2-40B4-BE49-F238E27FC236}">
                <a16:creationId xmlns:a16="http://schemas.microsoft.com/office/drawing/2014/main" id="{E625B512-BDBE-A714-334E-2656E9C86B3D}"/>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979579089"/>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B436046A-D073-0819-CE9B-849F64EF426A}"/>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dirty="0"/>
              <a:t>01</a:t>
            </a:r>
          </a:p>
        </p:txBody>
      </p:sp>
      <p:sp>
        <p:nvSpPr>
          <p:cNvPr id="9" name="Title 5">
            <a:extLst>
              <a:ext uri="{FF2B5EF4-FFF2-40B4-BE49-F238E27FC236}">
                <a16:creationId xmlns:a16="http://schemas.microsoft.com/office/drawing/2014/main" id="{7753E82E-7CAD-707A-7BA3-F0062FC8B01A}"/>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10" name="Gradient Placeholder 5">
            <a:extLst>
              <a:ext uri="{FF2B5EF4-FFF2-40B4-BE49-F238E27FC236}">
                <a16:creationId xmlns:a16="http://schemas.microsoft.com/office/drawing/2014/main" id="{D15DC0CB-F42B-3EBB-5429-F25868BC3045}"/>
              </a:ext>
            </a:extLst>
          </p:cNvPr>
          <p:cNvSpPr>
            <a:spLocks noGrp="1"/>
          </p:cNvSpPr>
          <p:nvPr>
            <p:ph type="body" sz="quarter" idx="28" hasCustomPrompt="1"/>
          </p:nvPr>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dirty="0"/>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7" name="Logo Placeholder 7">
            <a:extLst>
              <a:ext uri="{FF2B5EF4-FFF2-40B4-BE49-F238E27FC236}">
                <a16:creationId xmlns:a16="http://schemas.microsoft.com/office/drawing/2014/main" id="{5241E657-1425-1BC9-701D-44F23326D66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1662252025"/>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213977664"/>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3" name="Title 4">
            <a:extLst>
              <a:ext uri="{FF2B5EF4-FFF2-40B4-BE49-F238E27FC236}">
                <a16:creationId xmlns:a16="http://schemas.microsoft.com/office/drawing/2014/main" id="{1F6551DB-6CE1-320B-D22E-B1F1DE0FA4B6}"/>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20630860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4" name="Title 4">
            <a:extLst>
              <a:ext uri="{FF2B5EF4-FFF2-40B4-BE49-F238E27FC236}">
                <a16:creationId xmlns:a16="http://schemas.microsoft.com/office/drawing/2014/main" id="{F4C28D33-F30C-A27F-FC74-E0FF1C19853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6" name="Chapter Placeholder 2">
            <a:extLst>
              <a:ext uri="{FF2B5EF4-FFF2-40B4-BE49-F238E27FC236}">
                <a16:creationId xmlns:a16="http://schemas.microsoft.com/office/drawing/2014/main" id="{5CBB2F57-8DA2-E1CA-E619-D43302B021E9}"/>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3408860274"/>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9AF36746-ED29-0C26-F598-8EAE482E8D93}"/>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8" name="Title 4">
            <a:extLst>
              <a:ext uri="{FF2B5EF4-FFF2-40B4-BE49-F238E27FC236}">
                <a16:creationId xmlns:a16="http://schemas.microsoft.com/office/drawing/2014/main" id="{3336BC22-23AF-5C14-03E1-A6C29A2F4645}"/>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8C5EB45F-3EF1-F7BD-E079-0FC93465B2EC}"/>
              </a:ext>
            </a:extLst>
          </p:cNvPr>
          <p:cNvSpPr>
            <a:spLocks noGrp="1"/>
          </p:cNvSpPr>
          <p:nvPr>
            <p:ph sz="quarter" idx="31"/>
          </p:nvPr>
        </p:nvSpPr>
        <p:spPr>
          <a:xfrm>
            <a:off x="551384" y="2132856"/>
            <a:ext cx="1109093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695758620"/>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025C71C4-39A9-61E8-F669-1DA8E0CE3D5F}"/>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8" name="Title 4">
            <a:extLst>
              <a:ext uri="{FF2B5EF4-FFF2-40B4-BE49-F238E27FC236}">
                <a16:creationId xmlns:a16="http://schemas.microsoft.com/office/drawing/2014/main" id="{9E2E86C7-931C-4F5B-7904-E1BDABB90CF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ontent Placeholder 5">
            <a:extLst>
              <a:ext uri="{FF2B5EF4-FFF2-40B4-BE49-F238E27FC236}">
                <a16:creationId xmlns:a16="http://schemas.microsoft.com/office/drawing/2014/main" id="{5F580AC6-6B9D-82EA-6771-C3AAEE8201F4}"/>
              </a:ext>
            </a:extLst>
          </p:cNvPr>
          <p:cNvSpPr>
            <a:spLocks noGrp="1"/>
          </p:cNvSpPr>
          <p:nvPr>
            <p:ph sz="quarter" idx="31"/>
          </p:nvPr>
        </p:nvSpPr>
        <p:spPr>
          <a:xfrm>
            <a:off x="551384" y="2132856"/>
            <a:ext cx="1109093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Chapter Placeholder 2">
            <a:extLst>
              <a:ext uri="{FF2B5EF4-FFF2-40B4-BE49-F238E27FC236}">
                <a16:creationId xmlns:a16="http://schemas.microsoft.com/office/drawing/2014/main" id="{F81F5F24-3125-05B8-EF44-138AA4C8262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942041285"/>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EA381C34-426E-E505-06F7-7FFBE4D71085}"/>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7" name="Title 4">
            <a:extLst>
              <a:ext uri="{FF2B5EF4-FFF2-40B4-BE49-F238E27FC236}">
                <a16:creationId xmlns:a16="http://schemas.microsoft.com/office/drawing/2014/main" id="{6B6EB590-F224-77A8-41D3-B65B74DC0E18}"/>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2951198989"/>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1A477CF0-20BA-3DDE-E989-684D22BB755E}"/>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8" name="Title 4">
            <a:extLst>
              <a:ext uri="{FF2B5EF4-FFF2-40B4-BE49-F238E27FC236}">
                <a16:creationId xmlns:a16="http://schemas.microsoft.com/office/drawing/2014/main" id="{55FDDC2D-080D-D252-2DA2-D1EDA1E13139}"/>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hapter Placeholder 2">
            <a:extLst>
              <a:ext uri="{FF2B5EF4-FFF2-40B4-BE49-F238E27FC236}">
                <a16:creationId xmlns:a16="http://schemas.microsoft.com/office/drawing/2014/main" id="{53A7754E-B57F-30D2-E609-1280E1261146}"/>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856763163"/>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1"/>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F889973E-C093-1ED5-9FD2-C009F0319D13}"/>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7" name="Title 4">
            <a:extLst>
              <a:ext uri="{FF2B5EF4-FFF2-40B4-BE49-F238E27FC236}">
                <a16:creationId xmlns:a16="http://schemas.microsoft.com/office/drawing/2014/main" id="{BBF31E88-03DB-534A-A443-EA3BDBDB3FC7}"/>
              </a:ext>
            </a:extLst>
          </p:cNvPr>
          <p:cNvSpPr>
            <a:spLocks noGrp="1"/>
          </p:cNvSpPr>
          <p:nvPr>
            <p:ph type="title"/>
          </p:nvPr>
        </p:nvSpPr>
        <p:spPr>
          <a:xfrm>
            <a:off x="551384" y="549274"/>
            <a:ext cx="3312368" cy="930372"/>
          </a:xfrm>
        </p:spPr>
        <p:txBody>
          <a:bodyPr/>
          <a:lstStyle/>
          <a:p>
            <a:r>
              <a:rPr lang="en-GB" dirty="0"/>
              <a:t>Click to edit Master title style</a:t>
            </a:r>
            <a:endParaRPr lang="en-US" dirty="0"/>
          </a:p>
        </p:txBody>
      </p:sp>
      <p:sp>
        <p:nvSpPr>
          <p:cNvPr id="18" name="Content Placeholder 5">
            <a:extLst>
              <a:ext uri="{FF2B5EF4-FFF2-40B4-BE49-F238E27FC236}">
                <a16:creationId xmlns:a16="http://schemas.microsoft.com/office/drawing/2014/main" id="{C05074F8-3176-85B9-DF3A-C4A06F667D18}"/>
              </a:ext>
            </a:extLst>
          </p:cNvPr>
          <p:cNvSpPr>
            <a:spLocks noGrp="1"/>
          </p:cNvSpPr>
          <p:nvPr>
            <p:ph sz="quarter" idx="31"/>
          </p:nvPr>
        </p:nvSpPr>
        <p:spPr>
          <a:xfrm>
            <a:off x="551384" y="2132856"/>
            <a:ext cx="331236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9" name="Text Placeholder 10">
            <a:extLst>
              <a:ext uri="{FF2B5EF4-FFF2-40B4-BE49-F238E27FC236}">
                <a16:creationId xmlns:a16="http://schemas.microsoft.com/office/drawing/2014/main" id="{CA5135FA-4274-47E1-1D80-8C33A44DD7A9}"/>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text styles</a:t>
            </a:r>
          </a:p>
        </p:txBody>
      </p:sp>
      <p:sp>
        <p:nvSpPr>
          <p:cNvPr id="20" name="Content Placeholder 20">
            <a:extLst>
              <a:ext uri="{FF2B5EF4-FFF2-40B4-BE49-F238E27FC236}">
                <a16:creationId xmlns:a16="http://schemas.microsoft.com/office/drawing/2014/main" id="{E1CCC374-2367-2B0A-2875-C97F31D4FE2B}"/>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325828348"/>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1"/>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Text Placeholder 9">
            <a:extLst>
              <a:ext uri="{FF2B5EF4-FFF2-40B4-BE49-F238E27FC236}">
                <a16:creationId xmlns:a16="http://schemas.microsoft.com/office/drawing/2014/main" id="{C2C86DFE-72B7-D0A7-8D67-BD82324B8C76}"/>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Title 4">
            <a:extLst>
              <a:ext uri="{FF2B5EF4-FFF2-40B4-BE49-F238E27FC236}">
                <a16:creationId xmlns:a16="http://schemas.microsoft.com/office/drawing/2014/main" id="{01CAD3F4-776B-EBAF-E221-E31A2544D8E1}"/>
              </a:ext>
            </a:extLst>
          </p:cNvPr>
          <p:cNvSpPr>
            <a:spLocks noGrp="1"/>
          </p:cNvSpPr>
          <p:nvPr>
            <p:ph type="title"/>
          </p:nvPr>
        </p:nvSpPr>
        <p:spPr>
          <a:xfrm>
            <a:off x="551384" y="549274"/>
            <a:ext cx="3312368"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E890FE3D-8795-77C8-6616-533028311D68}"/>
              </a:ext>
            </a:extLst>
          </p:cNvPr>
          <p:cNvSpPr>
            <a:spLocks noGrp="1"/>
          </p:cNvSpPr>
          <p:nvPr>
            <p:ph sz="quarter" idx="31"/>
          </p:nvPr>
        </p:nvSpPr>
        <p:spPr>
          <a:xfrm>
            <a:off x="551384" y="2132856"/>
            <a:ext cx="331236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0" name="Chapter Placeholder 2">
            <a:extLst>
              <a:ext uri="{FF2B5EF4-FFF2-40B4-BE49-F238E27FC236}">
                <a16:creationId xmlns:a16="http://schemas.microsoft.com/office/drawing/2014/main" id="{E074F022-AF57-A343-6392-0D6E46B72FC8}"/>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1" name="Text Placeholder 10">
            <a:extLst>
              <a:ext uri="{FF2B5EF4-FFF2-40B4-BE49-F238E27FC236}">
                <a16:creationId xmlns:a16="http://schemas.microsoft.com/office/drawing/2014/main" id="{7E3DC8FD-A28D-A2D9-AEC5-D5E216D2E82D}"/>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text styles</a:t>
            </a:r>
          </a:p>
        </p:txBody>
      </p:sp>
      <p:sp>
        <p:nvSpPr>
          <p:cNvPr id="22" name="Content Placeholder 20">
            <a:extLst>
              <a:ext uri="{FF2B5EF4-FFF2-40B4-BE49-F238E27FC236}">
                <a16:creationId xmlns:a16="http://schemas.microsoft.com/office/drawing/2014/main" id="{F66DB537-77E8-C212-CBF4-66DA3B2452BD}"/>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762357926"/>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8C233D6-2D0C-8E0C-1DD4-241B0EF8FC92}"/>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Title 4">
            <a:extLst>
              <a:ext uri="{FF2B5EF4-FFF2-40B4-BE49-F238E27FC236}">
                <a16:creationId xmlns:a16="http://schemas.microsoft.com/office/drawing/2014/main" id="{60BA4B7A-F31F-8B13-6750-FF26828A58FA}"/>
              </a:ext>
            </a:extLst>
          </p:cNvPr>
          <p:cNvSpPr>
            <a:spLocks noGrp="1"/>
          </p:cNvSpPr>
          <p:nvPr>
            <p:ph type="title"/>
          </p:nvPr>
        </p:nvSpPr>
        <p:spPr>
          <a:xfrm>
            <a:off x="551384" y="549274"/>
            <a:ext cx="5112568" cy="930372"/>
          </a:xfrm>
        </p:spPr>
        <p:txBody>
          <a:bodyPr/>
          <a:lstStyle/>
          <a:p>
            <a:r>
              <a:rPr lang="en-GB" dirty="0"/>
              <a:t>Click to edit Master title style</a:t>
            </a:r>
            <a:endParaRPr lang="en-US" dirty="0"/>
          </a:p>
        </p:txBody>
      </p:sp>
      <p:sp>
        <p:nvSpPr>
          <p:cNvPr id="12" name="Content Placeholder 5">
            <a:extLst>
              <a:ext uri="{FF2B5EF4-FFF2-40B4-BE49-F238E27FC236}">
                <a16:creationId xmlns:a16="http://schemas.microsoft.com/office/drawing/2014/main" id="{D773A188-0CD9-B8EB-B42A-B8749FCC6A66}"/>
              </a:ext>
            </a:extLst>
          </p:cNvPr>
          <p:cNvSpPr>
            <a:spLocks noGrp="1"/>
          </p:cNvSpPr>
          <p:nvPr>
            <p:ph sz="quarter" idx="31"/>
          </p:nvPr>
        </p:nvSpPr>
        <p:spPr>
          <a:xfrm>
            <a:off x="551384" y="2132856"/>
            <a:ext cx="511256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Text Placeholder 10">
            <a:extLst>
              <a:ext uri="{FF2B5EF4-FFF2-40B4-BE49-F238E27FC236}">
                <a16:creationId xmlns:a16="http://schemas.microsoft.com/office/drawing/2014/main" id="{AF1CCF01-B15C-AB11-922F-0D8F7E6CBB94}"/>
              </a:ext>
            </a:extLst>
          </p:cNvPr>
          <p:cNvSpPr>
            <a:spLocks noGrp="1"/>
          </p:cNvSpPr>
          <p:nvPr>
            <p:ph type="body" sz="quarter" idx="27"/>
          </p:nvPr>
        </p:nvSpPr>
        <p:spPr>
          <a:xfrm>
            <a:off x="6456039" y="1634286"/>
            <a:ext cx="51850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text styles</a:t>
            </a:r>
          </a:p>
        </p:txBody>
      </p:sp>
      <p:sp>
        <p:nvSpPr>
          <p:cNvPr id="14" name="Content Placeholder 20">
            <a:extLst>
              <a:ext uri="{FF2B5EF4-FFF2-40B4-BE49-F238E27FC236}">
                <a16:creationId xmlns:a16="http://schemas.microsoft.com/office/drawing/2014/main" id="{5B3B476C-7882-0727-5556-613E2DB2A05F}"/>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647414790"/>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6A7AAB05-4CE9-AC3E-316B-454FC65A69B9}"/>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2" name="Title 4">
            <a:extLst>
              <a:ext uri="{FF2B5EF4-FFF2-40B4-BE49-F238E27FC236}">
                <a16:creationId xmlns:a16="http://schemas.microsoft.com/office/drawing/2014/main" id="{5B64DD5D-5EE1-AFA3-B5E1-4191F5AD6284}"/>
              </a:ext>
            </a:extLst>
          </p:cNvPr>
          <p:cNvSpPr>
            <a:spLocks noGrp="1"/>
          </p:cNvSpPr>
          <p:nvPr>
            <p:ph type="title"/>
          </p:nvPr>
        </p:nvSpPr>
        <p:spPr>
          <a:xfrm>
            <a:off x="551384" y="549274"/>
            <a:ext cx="5112568"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AF358BD1-48B8-3F71-91BB-E93C439A3B1D}"/>
              </a:ext>
            </a:extLst>
          </p:cNvPr>
          <p:cNvSpPr>
            <a:spLocks noGrp="1"/>
          </p:cNvSpPr>
          <p:nvPr>
            <p:ph sz="quarter" idx="31"/>
          </p:nvPr>
        </p:nvSpPr>
        <p:spPr>
          <a:xfrm>
            <a:off x="551384" y="2132856"/>
            <a:ext cx="511256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hapter Placeholder 2">
            <a:extLst>
              <a:ext uri="{FF2B5EF4-FFF2-40B4-BE49-F238E27FC236}">
                <a16:creationId xmlns:a16="http://schemas.microsoft.com/office/drawing/2014/main" id="{D8AE0815-7AED-0C36-6BE2-C283E7C12D3A}"/>
              </a:ext>
            </a:extLst>
          </p:cNvPr>
          <p:cNvSpPr>
            <a:spLocks noGrp="1"/>
          </p:cNvSpPr>
          <p:nvPr>
            <p:ph type="body" sz="quarter" idx="13" hasCustomPrompt="1"/>
          </p:nvPr>
        </p:nvSpPr>
        <p:spPr>
          <a:xfrm>
            <a:off x="550863" y="266219"/>
            <a:ext cx="511154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8" name="Text Placeholder 10">
            <a:extLst>
              <a:ext uri="{FF2B5EF4-FFF2-40B4-BE49-F238E27FC236}">
                <a16:creationId xmlns:a16="http://schemas.microsoft.com/office/drawing/2014/main" id="{C93206F1-90E6-514D-B267-17DD0D613FB5}"/>
              </a:ext>
            </a:extLst>
          </p:cNvPr>
          <p:cNvSpPr>
            <a:spLocks noGrp="1"/>
          </p:cNvSpPr>
          <p:nvPr>
            <p:ph type="body" sz="quarter" idx="27"/>
          </p:nvPr>
        </p:nvSpPr>
        <p:spPr>
          <a:xfrm>
            <a:off x="6456039" y="1634286"/>
            <a:ext cx="51850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text styles</a:t>
            </a:r>
          </a:p>
        </p:txBody>
      </p:sp>
      <p:sp>
        <p:nvSpPr>
          <p:cNvPr id="19" name="Content Placeholder 20">
            <a:extLst>
              <a:ext uri="{FF2B5EF4-FFF2-40B4-BE49-F238E27FC236}">
                <a16:creationId xmlns:a16="http://schemas.microsoft.com/office/drawing/2014/main" id="{90F7B515-3BE3-A8EE-A9DD-F0586073A23E}"/>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363163985"/>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1"/>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6B0BA9AA-540C-4002-8E56-463450049974}"/>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Title 4">
            <a:extLst>
              <a:ext uri="{FF2B5EF4-FFF2-40B4-BE49-F238E27FC236}">
                <a16:creationId xmlns:a16="http://schemas.microsoft.com/office/drawing/2014/main" id="{A6045D3C-82AA-9FBB-411F-0E5C0781535F}"/>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22EA42D5-0B57-E8B5-A88B-761A9FAE6AB0}"/>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Text Placeholder 10">
            <a:extLst>
              <a:ext uri="{FF2B5EF4-FFF2-40B4-BE49-F238E27FC236}">
                <a16:creationId xmlns:a16="http://schemas.microsoft.com/office/drawing/2014/main" id="{575E82EC-A458-5386-A6C2-3DA2181C3D7A}"/>
              </a:ext>
            </a:extLst>
          </p:cNvPr>
          <p:cNvSpPr>
            <a:spLocks noGrp="1"/>
          </p:cNvSpPr>
          <p:nvPr>
            <p:ph type="body" sz="quarter" idx="27" hasCustomPrompt="1"/>
          </p:nvPr>
        </p:nvSpPr>
        <p:spPr>
          <a:xfrm>
            <a:off x="8256241" y="1634285"/>
            <a:ext cx="33848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styles</a:t>
            </a:r>
          </a:p>
        </p:txBody>
      </p:sp>
      <p:sp>
        <p:nvSpPr>
          <p:cNvPr id="15" name="Content Placeholder 20">
            <a:extLst>
              <a:ext uri="{FF2B5EF4-FFF2-40B4-BE49-F238E27FC236}">
                <a16:creationId xmlns:a16="http://schemas.microsoft.com/office/drawing/2014/main" id="{1A6968A6-FB6E-BB74-1AD4-19A563FF60BE}"/>
              </a:ext>
            </a:extLst>
          </p:cNvPr>
          <p:cNvSpPr>
            <a:spLocks noGrp="1"/>
          </p:cNvSpPr>
          <p:nvPr>
            <p:ph sz="quarter" idx="28"/>
          </p:nvPr>
        </p:nvSpPr>
        <p:spPr>
          <a:xfrm>
            <a:off x="8256241" y="2132856"/>
            <a:ext cx="33848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07203536"/>
      </p:ext>
    </p:extLst>
  </p:cSld>
  <p:clrMapOvr>
    <a:overrideClrMapping bg1="lt1" tx1="dk1" bg2="lt2" tx2="dk2" accent1="accent1" accent2="accent2" accent3="accent3" accent4="accent4" accent5="accent5" accent6="accent6" hlink="hlink" folHlink="folHlink"/>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1"/>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5674A409-7F6D-1AD9-F702-6ED510ACC0C5}"/>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95409989-1A02-4E5D-CD8F-48682E3303A8}"/>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14" name="Content Placeholder 5">
            <a:extLst>
              <a:ext uri="{FF2B5EF4-FFF2-40B4-BE49-F238E27FC236}">
                <a16:creationId xmlns:a16="http://schemas.microsoft.com/office/drawing/2014/main" id="{2DCCEE90-31CC-A4DC-B3C5-AC9C060D465F}"/>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hapter Placeholder 2">
            <a:extLst>
              <a:ext uri="{FF2B5EF4-FFF2-40B4-BE49-F238E27FC236}">
                <a16:creationId xmlns:a16="http://schemas.microsoft.com/office/drawing/2014/main" id="{936A02BE-C247-1A36-501E-9055834626A1}"/>
              </a:ext>
            </a:extLst>
          </p:cNvPr>
          <p:cNvSpPr>
            <a:spLocks noGrp="1"/>
          </p:cNvSpPr>
          <p:nvPr>
            <p:ph type="body" sz="quarter" idx="13" hasCustomPrompt="1"/>
          </p:nvPr>
        </p:nvSpPr>
        <p:spPr>
          <a:xfrm>
            <a:off x="550863" y="266219"/>
            <a:ext cx="6983378"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1" name="Text Placeholder 10">
            <a:extLst>
              <a:ext uri="{FF2B5EF4-FFF2-40B4-BE49-F238E27FC236}">
                <a16:creationId xmlns:a16="http://schemas.microsoft.com/office/drawing/2014/main" id="{8E6176E4-C366-0C4A-3228-B3F6A06E86C0}"/>
              </a:ext>
            </a:extLst>
          </p:cNvPr>
          <p:cNvSpPr>
            <a:spLocks noGrp="1"/>
          </p:cNvSpPr>
          <p:nvPr>
            <p:ph type="body" sz="quarter" idx="27" hasCustomPrompt="1"/>
          </p:nvPr>
        </p:nvSpPr>
        <p:spPr>
          <a:xfrm>
            <a:off x="8256241" y="1634285"/>
            <a:ext cx="33848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styles</a:t>
            </a:r>
          </a:p>
        </p:txBody>
      </p:sp>
      <p:sp>
        <p:nvSpPr>
          <p:cNvPr id="22" name="Content Placeholder 20">
            <a:extLst>
              <a:ext uri="{FF2B5EF4-FFF2-40B4-BE49-F238E27FC236}">
                <a16:creationId xmlns:a16="http://schemas.microsoft.com/office/drawing/2014/main" id="{443E2F45-FAB8-64D4-8813-70E1FD5F915C}"/>
              </a:ext>
            </a:extLst>
          </p:cNvPr>
          <p:cNvSpPr>
            <a:spLocks noGrp="1"/>
          </p:cNvSpPr>
          <p:nvPr>
            <p:ph sz="quarter" idx="28"/>
          </p:nvPr>
        </p:nvSpPr>
        <p:spPr>
          <a:xfrm>
            <a:off x="8256241" y="2132856"/>
            <a:ext cx="33848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485957409"/>
      </p:ext>
    </p:extLst>
  </p:cSld>
  <p:clrMapOvr>
    <a:overrideClrMapping bg1="lt1" tx1="dk1" bg2="lt2" tx2="dk2" accent1="accent1" accent2="accent2" accent3="accent3" accent4="accent4" accent5="accent5" accent6="accent6" hlink="hlink" folHlink="folHlink"/>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A3C12292-D642-1BE3-E468-46FE0A608B11}"/>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3A6298A3-5BA7-7C5B-21A4-6C4B53E49E7C}"/>
              </a:ext>
            </a:extLst>
          </p:cNvPr>
          <p:cNvSpPr>
            <a:spLocks noGrp="1"/>
          </p:cNvSpPr>
          <p:nvPr>
            <p:ph type="title"/>
          </p:nvPr>
        </p:nvSpPr>
        <p:spPr>
          <a:xfrm>
            <a:off x="551384" y="549274"/>
            <a:ext cx="7920880" cy="930372"/>
          </a:xfrm>
        </p:spPr>
        <p:txBody>
          <a:bodyPr/>
          <a:lstStyle/>
          <a:p>
            <a:r>
              <a:rPr lang="en-GB" dirty="0"/>
              <a:t>Click to edit Master title style</a:t>
            </a:r>
            <a:endParaRPr lang="en-US" dirty="0"/>
          </a:p>
        </p:txBody>
      </p:sp>
      <p:sp>
        <p:nvSpPr>
          <p:cNvPr id="11" name="Content Placeholder 5">
            <a:extLst>
              <a:ext uri="{FF2B5EF4-FFF2-40B4-BE49-F238E27FC236}">
                <a16:creationId xmlns:a16="http://schemas.microsoft.com/office/drawing/2014/main" id="{622159DC-E7B5-707A-2179-D2FF6F1EA018}"/>
              </a:ext>
            </a:extLst>
          </p:cNvPr>
          <p:cNvSpPr>
            <a:spLocks noGrp="1"/>
          </p:cNvSpPr>
          <p:nvPr>
            <p:ph sz="quarter" idx="31"/>
          </p:nvPr>
        </p:nvSpPr>
        <p:spPr>
          <a:xfrm>
            <a:off x="551384" y="2132856"/>
            <a:ext cx="792088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Text Placeholder 10">
            <a:extLst>
              <a:ext uri="{FF2B5EF4-FFF2-40B4-BE49-F238E27FC236}">
                <a16:creationId xmlns:a16="http://schemas.microsoft.com/office/drawing/2014/main" id="{BC3B80F0-7CE1-0736-F8FB-8A0BB28B3596}"/>
              </a:ext>
            </a:extLst>
          </p:cNvPr>
          <p:cNvSpPr>
            <a:spLocks noGrp="1"/>
          </p:cNvSpPr>
          <p:nvPr>
            <p:ph type="body" sz="quarter" idx="27"/>
          </p:nvPr>
        </p:nvSpPr>
        <p:spPr>
          <a:xfrm>
            <a:off x="9192343" y="1634286"/>
            <a:ext cx="2448795"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a:t>
            </a:r>
          </a:p>
        </p:txBody>
      </p:sp>
      <p:sp>
        <p:nvSpPr>
          <p:cNvPr id="14" name="Content Placeholder 20">
            <a:extLst>
              <a:ext uri="{FF2B5EF4-FFF2-40B4-BE49-F238E27FC236}">
                <a16:creationId xmlns:a16="http://schemas.microsoft.com/office/drawing/2014/main" id="{F6FCBD51-804B-9A60-0E33-BAC77E369253}"/>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257000305"/>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BCEAD7CF-8D5F-9D27-DAA7-A07F7955B19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Title 4">
            <a:extLst>
              <a:ext uri="{FF2B5EF4-FFF2-40B4-BE49-F238E27FC236}">
                <a16:creationId xmlns:a16="http://schemas.microsoft.com/office/drawing/2014/main" id="{1687478E-90A1-8034-63B7-7A1B82264DB2}"/>
              </a:ext>
            </a:extLst>
          </p:cNvPr>
          <p:cNvSpPr>
            <a:spLocks noGrp="1"/>
          </p:cNvSpPr>
          <p:nvPr>
            <p:ph type="title"/>
          </p:nvPr>
        </p:nvSpPr>
        <p:spPr>
          <a:xfrm>
            <a:off x="551384" y="549274"/>
            <a:ext cx="7920880"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D7E86C30-BE00-9D17-EF57-8697C0BFB4C3}"/>
              </a:ext>
            </a:extLst>
          </p:cNvPr>
          <p:cNvSpPr>
            <a:spLocks noGrp="1"/>
          </p:cNvSpPr>
          <p:nvPr>
            <p:ph sz="quarter" idx="31"/>
          </p:nvPr>
        </p:nvSpPr>
        <p:spPr>
          <a:xfrm>
            <a:off x="551384" y="2132856"/>
            <a:ext cx="792088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hapter Placeholder 2">
            <a:extLst>
              <a:ext uri="{FF2B5EF4-FFF2-40B4-BE49-F238E27FC236}">
                <a16:creationId xmlns:a16="http://schemas.microsoft.com/office/drawing/2014/main" id="{6A5C8B01-3717-91CF-FD0F-5EED379422B7}"/>
              </a:ext>
            </a:extLst>
          </p:cNvPr>
          <p:cNvSpPr>
            <a:spLocks noGrp="1"/>
          </p:cNvSpPr>
          <p:nvPr>
            <p:ph type="body" sz="quarter" idx="13" hasCustomPrompt="1"/>
          </p:nvPr>
        </p:nvSpPr>
        <p:spPr>
          <a:xfrm>
            <a:off x="550862" y="266219"/>
            <a:ext cx="791929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8" name="Text Placeholder 10">
            <a:extLst>
              <a:ext uri="{FF2B5EF4-FFF2-40B4-BE49-F238E27FC236}">
                <a16:creationId xmlns:a16="http://schemas.microsoft.com/office/drawing/2014/main" id="{AE8E5894-5F63-308E-5147-5E3E33440D95}"/>
              </a:ext>
            </a:extLst>
          </p:cNvPr>
          <p:cNvSpPr>
            <a:spLocks noGrp="1"/>
          </p:cNvSpPr>
          <p:nvPr>
            <p:ph type="body" sz="quarter" idx="27"/>
          </p:nvPr>
        </p:nvSpPr>
        <p:spPr>
          <a:xfrm>
            <a:off x="9192343" y="1634286"/>
            <a:ext cx="2448795"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a:t>
            </a:r>
          </a:p>
        </p:txBody>
      </p:sp>
      <p:sp>
        <p:nvSpPr>
          <p:cNvPr id="19" name="Content Placeholder 20">
            <a:extLst>
              <a:ext uri="{FF2B5EF4-FFF2-40B4-BE49-F238E27FC236}">
                <a16:creationId xmlns:a16="http://schemas.microsoft.com/office/drawing/2014/main" id="{521DAA1A-D266-47B1-5E5D-C5DA055E1F8E}"/>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471644046"/>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1"/>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38934C3E-3E4B-1654-745D-C13199A95DA2}"/>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Title 4">
            <a:extLst>
              <a:ext uri="{FF2B5EF4-FFF2-40B4-BE49-F238E27FC236}">
                <a16:creationId xmlns:a16="http://schemas.microsoft.com/office/drawing/2014/main" id="{26C0F4BF-CC0E-53F3-48F8-509E80B6D05E}"/>
              </a:ext>
            </a:extLst>
          </p:cNvPr>
          <p:cNvSpPr>
            <a:spLocks noGrp="1"/>
          </p:cNvSpPr>
          <p:nvPr>
            <p:ph type="title"/>
          </p:nvPr>
        </p:nvSpPr>
        <p:spPr>
          <a:xfrm>
            <a:off x="551384" y="549274"/>
            <a:ext cx="8882182" cy="930372"/>
          </a:xfrm>
        </p:spPr>
        <p:txBody>
          <a:bodyPr/>
          <a:lstStyle/>
          <a:p>
            <a:r>
              <a:rPr lang="en-GB" dirty="0"/>
              <a:t>Click to edit Master title style</a:t>
            </a:r>
            <a:endParaRPr lang="en-US" dirty="0"/>
          </a:p>
        </p:txBody>
      </p:sp>
      <p:sp>
        <p:nvSpPr>
          <p:cNvPr id="12" name="Content Placeholder 5">
            <a:extLst>
              <a:ext uri="{FF2B5EF4-FFF2-40B4-BE49-F238E27FC236}">
                <a16:creationId xmlns:a16="http://schemas.microsoft.com/office/drawing/2014/main" id="{E749D598-FF82-BFAF-886D-C191177E3D20}"/>
              </a:ext>
            </a:extLst>
          </p:cNvPr>
          <p:cNvSpPr>
            <a:spLocks noGrp="1"/>
          </p:cNvSpPr>
          <p:nvPr>
            <p:ph sz="quarter" idx="31"/>
          </p:nvPr>
        </p:nvSpPr>
        <p:spPr>
          <a:xfrm>
            <a:off x="551384" y="2132856"/>
            <a:ext cx="8882182"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Text Placeholder 10">
            <a:extLst>
              <a:ext uri="{FF2B5EF4-FFF2-40B4-BE49-F238E27FC236}">
                <a16:creationId xmlns:a16="http://schemas.microsoft.com/office/drawing/2014/main" id="{01597265-9724-5AC8-39BF-5750C67F42A7}"/>
              </a:ext>
            </a:extLst>
          </p:cNvPr>
          <p:cNvSpPr>
            <a:spLocks noGrp="1"/>
          </p:cNvSpPr>
          <p:nvPr>
            <p:ph type="body" sz="quarter" idx="32"/>
          </p:nvPr>
        </p:nvSpPr>
        <p:spPr>
          <a:xfrm>
            <a:off x="9984432" y="1626099"/>
            <a:ext cx="1656706"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a:t>
            </a:r>
          </a:p>
        </p:txBody>
      </p:sp>
      <p:sp>
        <p:nvSpPr>
          <p:cNvPr id="14" name="Content Placeholder 20">
            <a:extLst>
              <a:ext uri="{FF2B5EF4-FFF2-40B4-BE49-F238E27FC236}">
                <a16:creationId xmlns:a16="http://schemas.microsoft.com/office/drawing/2014/main" id="{2C2F412C-7456-D7FF-AA48-C193186850E0}"/>
              </a:ext>
            </a:extLst>
          </p:cNvPr>
          <p:cNvSpPr>
            <a:spLocks noGrp="1"/>
          </p:cNvSpPr>
          <p:nvPr>
            <p:ph sz="quarter" idx="28"/>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447509133"/>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1"/>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57D3AFA8-B5AE-1009-87FB-3094F6AA01FC}"/>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2" name="Title 4">
            <a:extLst>
              <a:ext uri="{FF2B5EF4-FFF2-40B4-BE49-F238E27FC236}">
                <a16:creationId xmlns:a16="http://schemas.microsoft.com/office/drawing/2014/main" id="{E8B18499-1BD5-8671-B7DA-85FF38B39AF1}"/>
              </a:ext>
            </a:extLst>
          </p:cNvPr>
          <p:cNvSpPr>
            <a:spLocks noGrp="1"/>
          </p:cNvSpPr>
          <p:nvPr>
            <p:ph type="title"/>
          </p:nvPr>
        </p:nvSpPr>
        <p:spPr>
          <a:xfrm>
            <a:off x="551384" y="549274"/>
            <a:ext cx="8882182"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A8E7D3BA-BA6E-15BA-6C42-ADF680180521}"/>
              </a:ext>
            </a:extLst>
          </p:cNvPr>
          <p:cNvSpPr>
            <a:spLocks noGrp="1"/>
          </p:cNvSpPr>
          <p:nvPr>
            <p:ph sz="quarter" idx="31"/>
          </p:nvPr>
        </p:nvSpPr>
        <p:spPr>
          <a:xfrm>
            <a:off x="551384" y="2132856"/>
            <a:ext cx="8882182"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6" name="Chapter Placeholder 2">
            <a:extLst>
              <a:ext uri="{FF2B5EF4-FFF2-40B4-BE49-F238E27FC236}">
                <a16:creationId xmlns:a16="http://schemas.microsoft.com/office/drawing/2014/main" id="{9D97BD4D-BD09-CDBA-2016-5370E7CD44BC}"/>
              </a:ext>
            </a:extLst>
          </p:cNvPr>
          <p:cNvSpPr>
            <a:spLocks noGrp="1"/>
          </p:cNvSpPr>
          <p:nvPr>
            <p:ph type="body" sz="quarter" idx="13" hasCustomPrompt="1"/>
          </p:nvPr>
        </p:nvSpPr>
        <p:spPr>
          <a:xfrm>
            <a:off x="550862" y="266219"/>
            <a:ext cx="888040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7" name="Text Placeholder 10">
            <a:extLst>
              <a:ext uri="{FF2B5EF4-FFF2-40B4-BE49-F238E27FC236}">
                <a16:creationId xmlns:a16="http://schemas.microsoft.com/office/drawing/2014/main" id="{279CB933-CE76-9E4E-FAB4-33E087341DA3}"/>
              </a:ext>
            </a:extLst>
          </p:cNvPr>
          <p:cNvSpPr>
            <a:spLocks noGrp="1"/>
          </p:cNvSpPr>
          <p:nvPr>
            <p:ph type="body" sz="quarter" idx="32"/>
          </p:nvPr>
        </p:nvSpPr>
        <p:spPr>
          <a:xfrm>
            <a:off x="9984432" y="1626099"/>
            <a:ext cx="1656706"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a:t>
            </a:r>
          </a:p>
        </p:txBody>
      </p:sp>
      <p:sp>
        <p:nvSpPr>
          <p:cNvPr id="18" name="Content Placeholder 20">
            <a:extLst>
              <a:ext uri="{FF2B5EF4-FFF2-40B4-BE49-F238E27FC236}">
                <a16:creationId xmlns:a16="http://schemas.microsoft.com/office/drawing/2014/main" id="{1DD2621E-CD40-C783-8C89-16DA20455EF9}"/>
              </a:ext>
            </a:extLst>
          </p:cNvPr>
          <p:cNvSpPr>
            <a:spLocks noGrp="1"/>
          </p:cNvSpPr>
          <p:nvPr>
            <p:ph sz="quarter" idx="28"/>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667167081"/>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L" dirty="0"/>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B5861566-BA12-6B84-A613-D346CEB5715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Text Placeholder 9">
            <a:extLst>
              <a:ext uri="{FF2B5EF4-FFF2-40B4-BE49-F238E27FC236}">
                <a16:creationId xmlns:a16="http://schemas.microsoft.com/office/drawing/2014/main" id="{F10238D4-63BF-BBF6-DB83-94DDA862CEFD}"/>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Tree>
    <p:extLst>
      <p:ext uri="{BB962C8B-B14F-4D97-AF65-F5344CB8AC3E}">
        <p14:creationId xmlns:p14="http://schemas.microsoft.com/office/powerpoint/2010/main" val="755819723"/>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2E71218E-2FB4-0CE4-F714-02971DA59580}"/>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Text Placeholder 9">
            <a:extLst>
              <a:ext uri="{FF2B5EF4-FFF2-40B4-BE49-F238E27FC236}">
                <a16:creationId xmlns:a16="http://schemas.microsoft.com/office/drawing/2014/main" id="{34DFB62C-932A-D2BD-F705-657D4F39987D}"/>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Chapter Placeholder 2">
            <a:extLst>
              <a:ext uri="{FF2B5EF4-FFF2-40B4-BE49-F238E27FC236}">
                <a16:creationId xmlns:a16="http://schemas.microsoft.com/office/drawing/2014/main" id="{13D649FC-C93C-3132-BD48-48F3C266E091}"/>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2" name="Content Placeholder 17">
            <a:extLst>
              <a:ext uri="{FF2B5EF4-FFF2-40B4-BE49-F238E27FC236}">
                <a16:creationId xmlns:a16="http://schemas.microsoft.com/office/drawing/2014/main" id="{460A3336-625D-EE99-03EA-666BE0AD8AF8}"/>
              </a:ext>
            </a:extLst>
          </p:cNvPr>
          <p:cNvSpPr>
            <a:spLocks noGrp="1"/>
          </p:cNvSpPr>
          <p:nvPr>
            <p:ph sz="quarter" idx="23"/>
          </p:nvPr>
        </p:nvSpPr>
        <p:spPr>
          <a:xfrm>
            <a:off x="6646863" y="1772816"/>
            <a:ext cx="4993753" cy="453590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L" dirty="0"/>
          </a:p>
        </p:txBody>
      </p:sp>
    </p:spTree>
    <p:extLst>
      <p:ext uri="{BB962C8B-B14F-4D97-AF65-F5344CB8AC3E}">
        <p14:creationId xmlns:p14="http://schemas.microsoft.com/office/powerpoint/2010/main" val="115645419"/>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22EAF251-5B00-5340-BB63-EE11F9FFFB21}"/>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7" name="Text Placeholder 9">
            <a:extLst>
              <a:ext uri="{FF2B5EF4-FFF2-40B4-BE49-F238E27FC236}">
                <a16:creationId xmlns:a16="http://schemas.microsoft.com/office/drawing/2014/main" id="{598AD248-FBB9-EC90-3E8C-FC14ED331268}"/>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2F65ADB6-9B4E-3B40-2D08-D56C9C745672}"/>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2">
            <a:extLst>
              <a:ext uri="{FF2B5EF4-FFF2-40B4-BE49-F238E27FC236}">
                <a16:creationId xmlns:a16="http://schemas.microsoft.com/office/drawing/2014/main" id="{68419302-9D4B-C414-85A6-46E995A79097}"/>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0" name="Content Placeholder 2">
            <a:extLst>
              <a:ext uri="{FF2B5EF4-FFF2-40B4-BE49-F238E27FC236}">
                <a16:creationId xmlns:a16="http://schemas.microsoft.com/office/drawing/2014/main" id="{975BEA12-754F-B220-4724-F1117410A021}"/>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CD48460B-4010-29FD-1AB9-6859382325B1}"/>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itle 4">
            <a:extLst>
              <a:ext uri="{FF2B5EF4-FFF2-40B4-BE49-F238E27FC236}">
                <a16:creationId xmlns:a16="http://schemas.microsoft.com/office/drawing/2014/main" id="{9EB5DC1D-FF3F-4D53-9F16-FF58A76C8958}"/>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351866021"/>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CE67BCC-0F24-9458-E2DD-BC3C0E46F2B3}"/>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8" name="Text Placeholder 9">
            <a:extLst>
              <a:ext uri="{FF2B5EF4-FFF2-40B4-BE49-F238E27FC236}">
                <a16:creationId xmlns:a16="http://schemas.microsoft.com/office/drawing/2014/main" id="{383490CF-6243-6DBB-8F8E-89A16708E497}"/>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Text Placeholder 9">
            <a:extLst>
              <a:ext uri="{FF2B5EF4-FFF2-40B4-BE49-F238E27FC236}">
                <a16:creationId xmlns:a16="http://schemas.microsoft.com/office/drawing/2014/main" id="{A7DBBC8F-C6B0-1582-8311-1B2183819C0A}"/>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0" name="Content Placeholder 2">
            <a:extLst>
              <a:ext uri="{FF2B5EF4-FFF2-40B4-BE49-F238E27FC236}">
                <a16:creationId xmlns:a16="http://schemas.microsoft.com/office/drawing/2014/main" id="{32B1C3B0-0128-2E68-D82C-819F705C9022}"/>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155FC468-AAD7-3848-BB3E-5D8A806E04DF}"/>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Content Placeholder 2">
            <a:extLst>
              <a:ext uri="{FF2B5EF4-FFF2-40B4-BE49-F238E27FC236}">
                <a16:creationId xmlns:a16="http://schemas.microsoft.com/office/drawing/2014/main" id="{5562F512-08CF-A4C5-6721-9571A9240AF8}"/>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itle 4">
            <a:extLst>
              <a:ext uri="{FF2B5EF4-FFF2-40B4-BE49-F238E27FC236}">
                <a16:creationId xmlns:a16="http://schemas.microsoft.com/office/drawing/2014/main" id="{626B24FE-99E2-3F92-2ACB-C8DC64DBB53A}"/>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4" name="Chapter Placeholder 2">
            <a:extLst>
              <a:ext uri="{FF2B5EF4-FFF2-40B4-BE49-F238E27FC236}">
                <a16:creationId xmlns:a16="http://schemas.microsoft.com/office/drawing/2014/main" id="{6CDC910A-AC0A-CC7F-1E68-FEB7E6C97CE7}"/>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942877497"/>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30D5257C-2305-5A13-07A2-6D26884505A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9" name="Content Placeholder 17">
            <a:extLst>
              <a:ext uri="{FF2B5EF4-FFF2-40B4-BE49-F238E27FC236}">
                <a16:creationId xmlns:a16="http://schemas.microsoft.com/office/drawing/2014/main" id="{7EFD17F0-D212-D07E-2F1D-1CB6937CFC69}"/>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ext Placeholder 9">
            <a:extLst>
              <a:ext uri="{FF2B5EF4-FFF2-40B4-BE49-F238E27FC236}">
                <a16:creationId xmlns:a16="http://schemas.microsoft.com/office/drawing/2014/main" id="{EC6FEC92-A170-A7CC-8FF6-9FD32F5A0F2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3" name="Content Placeholder 17">
            <a:extLst>
              <a:ext uri="{FF2B5EF4-FFF2-40B4-BE49-F238E27FC236}">
                <a16:creationId xmlns:a16="http://schemas.microsoft.com/office/drawing/2014/main" id="{61CACAE4-D9D8-CD09-D583-8423E8CA63DC}"/>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4" name="Title 5">
            <a:extLst>
              <a:ext uri="{FF2B5EF4-FFF2-40B4-BE49-F238E27FC236}">
                <a16:creationId xmlns:a16="http://schemas.microsoft.com/office/drawing/2014/main" id="{125124BF-59AA-4061-4A22-16A686B4877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2689655685"/>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95E9CE48-EF69-F2C9-8A03-F2A8587E01BA}"/>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12" name="Content Placeholder 17">
            <a:extLst>
              <a:ext uri="{FF2B5EF4-FFF2-40B4-BE49-F238E27FC236}">
                <a16:creationId xmlns:a16="http://schemas.microsoft.com/office/drawing/2014/main" id="{F334E708-8C22-D91B-DBA0-AC721B140B70}"/>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ext Placeholder 9">
            <a:extLst>
              <a:ext uri="{FF2B5EF4-FFF2-40B4-BE49-F238E27FC236}">
                <a16:creationId xmlns:a16="http://schemas.microsoft.com/office/drawing/2014/main" id="{C218E6AF-82C0-D1E0-384F-B256AD9A07C9}"/>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4" name="Content Placeholder 17">
            <a:extLst>
              <a:ext uri="{FF2B5EF4-FFF2-40B4-BE49-F238E27FC236}">
                <a16:creationId xmlns:a16="http://schemas.microsoft.com/office/drawing/2014/main" id="{434732BD-0DE1-7972-8129-6B2FD889422B}"/>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5" name="Title 5">
            <a:extLst>
              <a:ext uri="{FF2B5EF4-FFF2-40B4-BE49-F238E27FC236}">
                <a16:creationId xmlns:a16="http://schemas.microsoft.com/office/drawing/2014/main" id="{FAD5C41E-6196-A73E-2CC8-40DE5784314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6" name="Chapter Placeholder 2">
            <a:extLst>
              <a:ext uri="{FF2B5EF4-FFF2-40B4-BE49-F238E27FC236}">
                <a16:creationId xmlns:a16="http://schemas.microsoft.com/office/drawing/2014/main" id="{9D705FF2-388B-F1E9-E0EF-2FC6B1B5B16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191103396"/>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29795E3B-57BB-6A89-30A5-3E6BC71D41BA}"/>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DAB5A246-9A0B-65C8-49F8-87EBDAA8FFAB}"/>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EA12CB0F-18C8-4B37-D337-576F193F4E68}"/>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D152F18F-85FF-9779-8F2D-A303D862196F}"/>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83831666"/>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6CD7C39-9B05-5EE2-DEF9-35BCAF89061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8E054368-78BE-CE84-C2FA-4F703E683BE8}"/>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DEEAD991-3964-F36C-4879-85B7BF15F755}"/>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C0F27CFC-E991-3A28-ACC5-5F26FBD8F2E7}"/>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Chapter Placeholder 2">
            <a:extLst>
              <a:ext uri="{FF2B5EF4-FFF2-40B4-BE49-F238E27FC236}">
                <a16:creationId xmlns:a16="http://schemas.microsoft.com/office/drawing/2014/main" id="{0D3DC115-B2A4-A93A-670B-C9BC365E7171}"/>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975406732"/>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89A27111-DDC9-12A1-4C11-F0F75CF8CCD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A9FC7CEE-5684-A3B6-ACDC-94CBEF3D287A}"/>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E996CBFA-AD09-0282-5487-19F5210631FF}"/>
              </a:ext>
            </a:extLst>
          </p:cNvPr>
          <p:cNvSpPr>
            <a:spLocks noGrp="1"/>
          </p:cNvSpPr>
          <p:nvPr>
            <p:ph type="title"/>
          </p:nvPr>
        </p:nvSpPr>
        <p:spPr>
          <a:xfrm>
            <a:off x="551384" y="549274"/>
            <a:ext cx="5184576"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55764D24-97AD-17C8-67AB-BA489F8EDE94}"/>
              </a:ext>
            </a:extLst>
          </p:cNvPr>
          <p:cNvSpPr>
            <a:spLocks noGrp="1"/>
          </p:cNvSpPr>
          <p:nvPr>
            <p:ph sz="quarter" idx="31"/>
          </p:nvPr>
        </p:nvSpPr>
        <p:spPr>
          <a:xfrm>
            <a:off x="551384" y="2132856"/>
            <a:ext cx="51845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585146329"/>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E8072C2C-2703-8769-9855-A1DF4136FBA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ECCC854E-0D6A-570D-C931-2F6200BAE05C}"/>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268BBB3C-91ED-FE9A-F090-4BB2850F412F}"/>
              </a:ext>
            </a:extLst>
          </p:cNvPr>
          <p:cNvSpPr>
            <a:spLocks noGrp="1"/>
          </p:cNvSpPr>
          <p:nvPr>
            <p:ph type="title"/>
          </p:nvPr>
        </p:nvSpPr>
        <p:spPr>
          <a:xfrm>
            <a:off x="551384" y="549274"/>
            <a:ext cx="5184576"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E8CD221F-7B29-CDBF-0ADB-0213B5CE2E56}"/>
              </a:ext>
            </a:extLst>
          </p:cNvPr>
          <p:cNvSpPr>
            <a:spLocks noGrp="1"/>
          </p:cNvSpPr>
          <p:nvPr>
            <p:ph sz="quarter" idx="31"/>
          </p:nvPr>
        </p:nvSpPr>
        <p:spPr>
          <a:xfrm>
            <a:off x="551384" y="2132856"/>
            <a:ext cx="51845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Chapter Placeholder 2">
            <a:extLst>
              <a:ext uri="{FF2B5EF4-FFF2-40B4-BE49-F238E27FC236}">
                <a16:creationId xmlns:a16="http://schemas.microsoft.com/office/drawing/2014/main" id="{E19CADB8-3BFC-DFFA-5725-6A2E5995739B}"/>
              </a:ext>
            </a:extLst>
          </p:cNvPr>
          <p:cNvSpPr>
            <a:spLocks noGrp="1"/>
          </p:cNvSpPr>
          <p:nvPr>
            <p:ph type="body" sz="quarter" idx="13" hasCustomPrompt="1"/>
          </p:nvPr>
        </p:nvSpPr>
        <p:spPr>
          <a:xfrm>
            <a:off x="550863" y="266219"/>
            <a:ext cx="5183904"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263698133"/>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B34D2D1D-F935-1AEF-3686-9E03933AF3C7}"/>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026A4472-0CE5-CE56-51B0-EE0D5AB45234}"/>
              </a:ext>
            </a:extLst>
          </p:cNvPr>
          <p:cNvSpPr>
            <a:spLocks noGrp="1"/>
          </p:cNvSpPr>
          <p:nvPr>
            <p:ph type="title"/>
          </p:nvPr>
        </p:nvSpPr>
        <p:spPr>
          <a:xfrm>
            <a:off x="4653064" y="549274"/>
            <a:ext cx="6984776" cy="930372"/>
          </a:xfrm>
        </p:spPr>
        <p:txBody>
          <a:bodyPr/>
          <a:lstStyle/>
          <a:p>
            <a:r>
              <a:rPr lang="en-GB" dirty="0"/>
              <a:t>Click to edit Master title style</a:t>
            </a:r>
            <a:endParaRPr lang="en-US" dirty="0"/>
          </a:p>
        </p:txBody>
      </p:sp>
      <p:sp>
        <p:nvSpPr>
          <p:cNvPr id="8" name="Content Placeholder 5">
            <a:extLst>
              <a:ext uri="{FF2B5EF4-FFF2-40B4-BE49-F238E27FC236}">
                <a16:creationId xmlns:a16="http://schemas.microsoft.com/office/drawing/2014/main" id="{87DAA657-4C53-A96A-1275-F8F3A956F1FC}"/>
              </a:ext>
            </a:extLst>
          </p:cNvPr>
          <p:cNvSpPr>
            <a:spLocks noGrp="1"/>
          </p:cNvSpPr>
          <p:nvPr>
            <p:ph sz="quarter" idx="31"/>
          </p:nvPr>
        </p:nvSpPr>
        <p:spPr>
          <a:xfrm>
            <a:off x="465306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276430554"/>
      </p:ext>
    </p:extLst>
  </p:cSld>
  <p:clrMapOvr>
    <a:masterClrMapping/>
  </p:clrMapOvr>
  <p:extLst>
    <p:ext uri="{DCECCB84-F9BA-43D5-87BE-67443E8EF086}">
      <p15:sldGuideLst xmlns:p15="http://schemas.microsoft.com/office/powerpoint/2012/main"/>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F1F86D18-2B9F-15A7-F262-42B3299538C8}"/>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A51B9BFA-728E-72B8-26EE-69D02F9E6843}"/>
              </a:ext>
            </a:extLst>
          </p:cNvPr>
          <p:cNvSpPr>
            <a:spLocks noGrp="1"/>
          </p:cNvSpPr>
          <p:nvPr>
            <p:ph type="title"/>
          </p:nvPr>
        </p:nvSpPr>
        <p:spPr>
          <a:xfrm>
            <a:off x="4653064" y="549274"/>
            <a:ext cx="6984776"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5176F9C5-BF52-8377-9A45-2BAA088409C2}"/>
              </a:ext>
            </a:extLst>
          </p:cNvPr>
          <p:cNvSpPr>
            <a:spLocks noGrp="1"/>
          </p:cNvSpPr>
          <p:nvPr>
            <p:ph sz="quarter" idx="31"/>
          </p:nvPr>
        </p:nvSpPr>
        <p:spPr>
          <a:xfrm>
            <a:off x="465306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hapter Placeholder 2">
            <a:extLst>
              <a:ext uri="{FF2B5EF4-FFF2-40B4-BE49-F238E27FC236}">
                <a16:creationId xmlns:a16="http://schemas.microsoft.com/office/drawing/2014/main" id="{C5121BE5-43F6-9EA0-0760-F697D8D2901E}"/>
              </a:ext>
            </a:extLst>
          </p:cNvPr>
          <p:cNvSpPr>
            <a:spLocks noGrp="1"/>
          </p:cNvSpPr>
          <p:nvPr>
            <p:ph type="body" sz="quarter" idx="13" hasCustomPrompt="1"/>
          </p:nvPr>
        </p:nvSpPr>
        <p:spPr>
          <a:xfrm>
            <a:off x="465254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586336262"/>
      </p:ext>
    </p:extLst>
  </p:cSld>
  <p:clrMapOvr>
    <a:masterClrMapping/>
  </p:clrMapOvr>
  <p:extLst>
    <p:ext uri="{DCECCB84-F9BA-43D5-87BE-67443E8EF086}">
      <p15:sldGuideLst xmlns:p15="http://schemas.microsoft.com/office/powerpoint/2012/main"/>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21DA16B5-28AA-F8F8-9599-C20AC67EA7EC}"/>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7D676D3F-4403-C4D4-FE96-671B2944A0EF}"/>
              </a:ext>
            </a:extLst>
          </p:cNvPr>
          <p:cNvSpPr>
            <a:spLocks noGrp="1"/>
          </p:cNvSpPr>
          <p:nvPr>
            <p:ph type="title"/>
          </p:nvPr>
        </p:nvSpPr>
        <p:spPr>
          <a:xfrm>
            <a:off x="6456040" y="549274"/>
            <a:ext cx="5181800" cy="930372"/>
          </a:xfrm>
        </p:spPr>
        <p:txBody>
          <a:bodyPr/>
          <a:lstStyle/>
          <a:p>
            <a:r>
              <a:rPr lang="en-GB" dirty="0"/>
              <a:t>Click to edit Master title style</a:t>
            </a:r>
            <a:endParaRPr lang="en-US" dirty="0"/>
          </a:p>
        </p:txBody>
      </p:sp>
      <p:sp>
        <p:nvSpPr>
          <p:cNvPr id="7" name="Content Placeholder 5">
            <a:extLst>
              <a:ext uri="{FF2B5EF4-FFF2-40B4-BE49-F238E27FC236}">
                <a16:creationId xmlns:a16="http://schemas.microsoft.com/office/drawing/2014/main" id="{0024CA17-8874-30AD-4AB9-C21052582DE0}"/>
              </a:ext>
            </a:extLst>
          </p:cNvPr>
          <p:cNvSpPr>
            <a:spLocks noGrp="1"/>
          </p:cNvSpPr>
          <p:nvPr>
            <p:ph sz="quarter" idx="31"/>
          </p:nvPr>
        </p:nvSpPr>
        <p:spPr>
          <a:xfrm>
            <a:off x="6456040" y="2132856"/>
            <a:ext cx="518180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137710450"/>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0F2B6431-0088-DCDC-2F12-E64030BEB05E}"/>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7" name="Title 4">
            <a:extLst>
              <a:ext uri="{FF2B5EF4-FFF2-40B4-BE49-F238E27FC236}">
                <a16:creationId xmlns:a16="http://schemas.microsoft.com/office/drawing/2014/main" id="{B53A30D3-BF6A-D3FB-C46D-4AE2C01C46E0}"/>
              </a:ext>
            </a:extLst>
          </p:cNvPr>
          <p:cNvSpPr>
            <a:spLocks noGrp="1"/>
          </p:cNvSpPr>
          <p:nvPr>
            <p:ph type="title"/>
          </p:nvPr>
        </p:nvSpPr>
        <p:spPr>
          <a:xfrm>
            <a:off x="6456040" y="549274"/>
            <a:ext cx="5181800"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55D68D91-22FB-6CD4-9915-A14BC3265458}"/>
              </a:ext>
            </a:extLst>
          </p:cNvPr>
          <p:cNvSpPr>
            <a:spLocks noGrp="1"/>
          </p:cNvSpPr>
          <p:nvPr>
            <p:ph sz="quarter" idx="31"/>
          </p:nvPr>
        </p:nvSpPr>
        <p:spPr>
          <a:xfrm>
            <a:off x="6456040" y="2132856"/>
            <a:ext cx="518180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hapter Placeholder 2">
            <a:extLst>
              <a:ext uri="{FF2B5EF4-FFF2-40B4-BE49-F238E27FC236}">
                <a16:creationId xmlns:a16="http://schemas.microsoft.com/office/drawing/2014/main" id="{BE7D5E90-F659-23C9-974F-87B7B5486E6F}"/>
              </a:ext>
            </a:extLst>
          </p:cNvPr>
          <p:cNvSpPr>
            <a:spLocks noGrp="1"/>
          </p:cNvSpPr>
          <p:nvPr>
            <p:ph type="body" sz="quarter" idx="13" hasCustomPrompt="1"/>
          </p:nvPr>
        </p:nvSpPr>
        <p:spPr>
          <a:xfrm>
            <a:off x="6455285" y="266219"/>
            <a:ext cx="5181128"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927584666"/>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a:prstGeom prst="rect">
            <a:avLst/>
          </a:prstGeo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accent2"/>
                </a:solidFill>
                <a:latin typeface="+mj-lt"/>
              </a:defRPr>
            </a:lvl1pPr>
          </a:lstStyle>
          <a:p>
            <a:pPr lvl="0"/>
            <a:r>
              <a:rPr lang="en-US" dirty="0"/>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9652194E-DFE1-2399-69BE-86E79E0C030B}"/>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738805087"/>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361683359"/>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effectLst>
                  <a:outerShdw blurRad="1016000" dir="5400000" algn="ctr" rotWithShape="0">
                    <a:schemeClr val="bg1"/>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B3B3E366-5F6B-4DAD-CC9B-8BC1097C99EC}"/>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568732196"/>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361157408"/>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6E3395B1-F7FC-802B-A216-F01560E9113F}"/>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944716158"/>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824405224"/>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033216B3-32DC-26FE-5B0C-AA59A5EEF72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1125706267"/>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046665989"/>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F920BAA7-9E43-593A-ECC2-C0865059C307}"/>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934691701"/>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dirty="0">
                <a:solidFill>
                  <a:schemeClr val="bg2"/>
                </a:solidFill>
                <a:cs typeface="Arial"/>
              </a:rPr>
              <a:t>Name, Last Name</a:t>
            </a:r>
          </a:p>
          <a:p>
            <a:pPr>
              <a:lnSpc>
                <a:spcPts val="1200"/>
              </a:lnSpc>
            </a:pPr>
            <a:r>
              <a:rPr lang="en-US" sz="1000" b="0" i="0" dirty="0">
                <a:solidFill>
                  <a:schemeClr val="bg2"/>
                </a:solidFill>
                <a:cs typeface="Arial"/>
              </a:rPr>
              <a:t>Title/Role</a:t>
            </a:r>
          </a:p>
          <a:p>
            <a:pPr>
              <a:lnSpc>
                <a:spcPts val="1200"/>
              </a:lnSpc>
            </a:pPr>
            <a:r>
              <a:rPr lang="en-US" sz="1000" b="0" i="0" dirty="0">
                <a:solidFill>
                  <a:schemeClr val="bg2"/>
                </a:solidFill>
                <a:cs typeface="Arial"/>
              </a:rPr>
              <a:t>Capgemini Office (Optional)</a:t>
            </a:r>
          </a:p>
          <a:p>
            <a:pPr>
              <a:lnSpc>
                <a:spcPts val="1200"/>
              </a:lnSpc>
            </a:pPr>
            <a:r>
              <a:rPr lang="en-US" sz="1000" b="0" i="0" dirty="0">
                <a:solidFill>
                  <a:schemeClr val="bg2"/>
                </a:solidFill>
                <a:cs typeface="Arial"/>
              </a:rPr>
              <a:t>Address Line 1</a:t>
            </a:r>
          </a:p>
          <a:p>
            <a:pPr>
              <a:lnSpc>
                <a:spcPts val="1200"/>
              </a:lnSpc>
            </a:pPr>
            <a:r>
              <a:rPr lang="en-US" sz="1000" b="0" i="0" dirty="0">
                <a:solidFill>
                  <a:schemeClr val="bg2"/>
                </a:solidFill>
                <a:cs typeface="Arial"/>
              </a:rPr>
              <a:t>Address Line 2 </a:t>
            </a:r>
          </a:p>
          <a:p>
            <a:pPr>
              <a:lnSpc>
                <a:spcPts val="1200"/>
              </a:lnSpc>
            </a:pPr>
            <a:r>
              <a:rPr lang="en-US" sz="1000" b="0" i="0" dirty="0">
                <a:solidFill>
                  <a:schemeClr val="bg2"/>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dirty="0">
                <a:solidFill>
                  <a:schemeClr val="bg2"/>
                </a:solidFill>
                <a:cs typeface="Arial"/>
              </a:rPr>
              <a:t>Name, Last Name</a:t>
            </a:r>
          </a:p>
          <a:p>
            <a:pPr>
              <a:lnSpc>
                <a:spcPts val="1200"/>
              </a:lnSpc>
            </a:pPr>
            <a:r>
              <a:rPr lang="en-US" sz="1000" b="0" i="0" dirty="0">
                <a:solidFill>
                  <a:schemeClr val="bg2"/>
                </a:solidFill>
                <a:cs typeface="Arial"/>
              </a:rPr>
              <a:t>Title/Role</a:t>
            </a:r>
          </a:p>
          <a:p>
            <a:pPr>
              <a:lnSpc>
                <a:spcPts val="1200"/>
              </a:lnSpc>
            </a:pPr>
            <a:r>
              <a:rPr lang="en-US" sz="1000" b="0" i="0" dirty="0">
                <a:solidFill>
                  <a:schemeClr val="bg2"/>
                </a:solidFill>
                <a:cs typeface="Arial"/>
              </a:rPr>
              <a:t>Capgemini Office (Optional)</a:t>
            </a:r>
          </a:p>
          <a:p>
            <a:pPr>
              <a:lnSpc>
                <a:spcPts val="1200"/>
              </a:lnSpc>
            </a:pPr>
            <a:r>
              <a:rPr lang="en-US" sz="1000" b="0" i="0" dirty="0">
                <a:solidFill>
                  <a:schemeClr val="bg2"/>
                </a:solidFill>
                <a:cs typeface="Arial"/>
              </a:rPr>
              <a:t>Address Line 1</a:t>
            </a:r>
          </a:p>
          <a:p>
            <a:pPr>
              <a:lnSpc>
                <a:spcPts val="1200"/>
              </a:lnSpc>
            </a:pPr>
            <a:r>
              <a:rPr lang="en-US" sz="1000" b="0" i="0" dirty="0">
                <a:solidFill>
                  <a:schemeClr val="bg2"/>
                </a:solidFill>
                <a:cs typeface="Arial"/>
              </a:rPr>
              <a:t>Address Line 2 </a:t>
            </a:r>
          </a:p>
          <a:p>
            <a:pPr>
              <a:lnSpc>
                <a:spcPts val="1200"/>
              </a:lnSpc>
            </a:pPr>
            <a:r>
              <a:rPr lang="en-US" sz="1000" b="0" i="0" dirty="0">
                <a:solidFill>
                  <a:schemeClr val="bg2"/>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dirty="0">
                <a:solidFill>
                  <a:schemeClr val="bg2"/>
                </a:solidFill>
                <a:cs typeface="Arial"/>
              </a:rPr>
              <a:t>Name, Last Name</a:t>
            </a:r>
          </a:p>
          <a:p>
            <a:pPr>
              <a:lnSpc>
                <a:spcPts val="1200"/>
              </a:lnSpc>
            </a:pPr>
            <a:r>
              <a:rPr lang="en-US" sz="1000" b="0" i="0" dirty="0">
                <a:solidFill>
                  <a:schemeClr val="bg2"/>
                </a:solidFill>
                <a:cs typeface="Arial"/>
              </a:rPr>
              <a:t>Title/Role</a:t>
            </a:r>
          </a:p>
          <a:p>
            <a:pPr>
              <a:lnSpc>
                <a:spcPts val="1200"/>
              </a:lnSpc>
            </a:pPr>
            <a:r>
              <a:rPr lang="en-US" sz="1000" b="0" i="0" dirty="0">
                <a:solidFill>
                  <a:schemeClr val="bg2"/>
                </a:solidFill>
                <a:cs typeface="Arial"/>
              </a:rPr>
              <a:t>Capgemini Office (Optional)</a:t>
            </a:r>
          </a:p>
          <a:p>
            <a:pPr>
              <a:lnSpc>
                <a:spcPts val="1200"/>
              </a:lnSpc>
            </a:pPr>
            <a:r>
              <a:rPr lang="en-US" sz="1000" b="0" i="0" dirty="0">
                <a:solidFill>
                  <a:schemeClr val="bg2"/>
                </a:solidFill>
                <a:cs typeface="Arial"/>
              </a:rPr>
              <a:t>Address Line 1</a:t>
            </a:r>
          </a:p>
          <a:p>
            <a:pPr>
              <a:lnSpc>
                <a:spcPts val="1200"/>
              </a:lnSpc>
            </a:pPr>
            <a:r>
              <a:rPr lang="en-US" sz="1000" b="0" i="0" dirty="0">
                <a:solidFill>
                  <a:schemeClr val="bg2"/>
                </a:solidFill>
                <a:cs typeface="Arial"/>
              </a:rPr>
              <a:t>Address Line 2 </a:t>
            </a:r>
          </a:p>
          <a:p>
            <a:pPr>
              <a:lnSpc>
                <a:spcPts val="1200"/>
              </a:lnSpc>
            </a:pPr>
            <a:r>
              <a:rPr lang="en-US" sz="1000" b="0" i="0" dirty="0">
                <a:solidFill>
                  <a:schemeClr val="bg2"/>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dirty="0">
                <a:solidFill>
                  <a:schemeClr val="bg2"/>
                </a:solidFill>
                <a:cs typeface="Arial"/>
              </a:rPr>
              <a:t>Name, Last Name</a:t>
            </a:r>
          </a:p>
          <a:p>
            <a:pPr>
              <a:lnSpc>
                <a:spcPts val="1200"/>
              </a:lnSpc>
            </a:pPr>
            <a:r>
              <a:rPr lang="en-US" sz="1000" b="0" i="0" dirty="0">
                <a:solidFill>
                  <a:schemeClr val="bg2"/>
                </a:solidFill>
                <a:cs typeface="Arial"/>
              </a:rPr>
              <a:t>Title/Role</a:t>
            </a:r>
          </a:p>
          <a:p>
            <a:pPr>
              <a:lnSpc>
                <a:spcPts val="1200"/>
              </a:lnSpc>
            </a:pPr>
            <a:r>
              <a:rPr lang="en-US" sz="1000" b="0" i="0" dirty="0">
                <a:solidFill>
                  <a:schemeClr val="bg2"/>
                </a:solidFill>
                <a:cs typeface="Arial"/>
              </a:rPr>
              <a:t>Capgemini Office (Optional)</a:t>
            </a:r>
          </a:p>
          <a:p>
            <a:pPr>
              <a:lnSpc>
                <a:spcPts val="1200"/>
              </a:lnSpc>
            </a:pPr>
            <a:r>
              <a:rPr lang="en-US" sz="1000" b="0" i="0" dirty="0">
                <a:solidFill>
                  <a:schemeClr val="bg2"/>
                </a:solidFill>
                <a:cs typeface="Arial"/>
              </a:rPr>
              <a:t>Address Line 1</a:t>
            </a:r>
          </a:p>
          <a:p>
            <a:pPr>
              <a:lnSpc>
                <a:spcPts val="1200"/>
              </a:lnSpc>
            </a:pPr>
            <a:r>
              <a:rPr lang="en-US" sz="1000" b="0" i="0" dirty="0">
                <a:solidFill>
                  <a:schemeClr val="bg2"/>
                </a:solidFill>
                <a:cs typeface="Arial"/>
              </a:rPr>
              <a:t>Address Line 2 </a:t>
            </a:r>
          </a:p>
          <a:p>
            <a:pPr>
              <a:lnSpc>
                <a:spcPts val="1200"/>
              </a:lnSpc>
            </a:pPr>
            <a:r>
              <a:rPr lang="en-US" sz="1000" b="0" i="0" dirty="0">
                <a:solidFill>
                  <a:schemeClr val="bg2"/>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bg1"/>
                </a:solidFill>
                <a:latin typeface="+mn-lt"/>
                <a:cs typeface="Arial"/>
              </a:rPr>
              <a:t>Copyright © 2026 Capgemini. All rights reserved.</a:t>
            </a:r>
          </a:p>
        </p:txBody>
      </p:sp>
      <p:grpSp>
        <p:nvGrpSpPr>
          <p:cNvPr id="13" name="Group 2">
            <a:extLst>
              <a:ext uri="{FF2B5EF4-FFF2-40B4-BE49-F238E27FC236}">
                <a16:creationId xmlns:a16="http://schemas.microsoft.com/office/drawing/2014/main" id="{05772BD3-A81C-1CF6-82C7-FB11ED473A69}"/>
              </a:ext>
            </a:extLst>
          </p:cNvPr>
          <p:cNvGrpSpPr>
            <a:grpSpLocks noChangeAspect="1"/>
          </p:cNvGrpSpPr>
          <p:nvPr userDrawn="1"/>
        </p:nvGrpSpPr>
        <p:grpSpPr>
          <a:xfrm>
            <a:off x="550863" y="6021288"/>
            <a:ext cx="1872000" cy="420870"/>
            <a:chOff x="5094083" y="5360390"/>
            <a:chExt cx="3039349" cy="683316"/>
          </a:xfrm>
          <a:solidFill>
            <a:schemeClr val="bg1"/>
          </a:solidFill>
        </p:grpSpPr>
        <p:sp>
          <p:nvSpPr>
            <p:cNvPr id="14" name="Freeform: Shape 4">
              <a:extLst>
                <a:ext uri="{FF2B5EF4-FFF2-40B4-BE49-F238E27FC236}">
                  <a16:creationId xmlns:a16="http://schemas.microsoft.com/office/drawing/2014/main" id="{65F4C06B-3F4B-043B-465F-2B296AB672AA}"/>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5" name="Freeform: Shape 5">
              <a:extLst>
                <a:ext uri="{FF2B5EF4-FFF2-40B4-BE49-F238E27FC236}">
                  <a16:creationId xmlns:a16="http://schemas.microsoft.com/office/drawing/2014/main" id="{0453F664-4E3E-18BB-40D3-004FB3A82BF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6" name="Freeform: Shape 6">
              <a:extLst>
                <a:ext uri="{FF2B5EF4-FFF2-40B4-BE49-F238E27FC236}">
                  <a16:creationId xmlns:a16="http://schemas.microsoft.com/office/drawing/2014/main" id="{3AB8D922-277A-8D02-3B17-31150F2469B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7" name="Freeform: Shape 7">
              <a:extLst>
                <a:ext uri="{FF2B5EF4-FFF2-40B4-BE49-F238E27FC236}">
                  <a16:creationId xmlns:a16="http://schemas.microsoft.com/office/drawing/2014/main" id="{3D3851EE-A1E2-2A22-50AE-7CA5E1ABE91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8" name="Freeform: Shape 8">
              <a:extLst>
                <a:ext uri="{FF2B5EF4-FFF2-40B4-BE49-F238E27FC236}">
                  <a16:creationId xmlns:a16="http://schemas.microsoft.com/office/drawing/2014/main" id="{5A7D9DCF-973E-E84F-5D6E-861D2543EC1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2"/>
                </a:solidFill>
              </a:endParaRPr>
            </a:p>
          </p:txBody>
        </p:sp>
      </p:grpSp>
      <p:sp>
        <p:nvSpPr>
          <p:cNvPr id="46" name="Rectangle 45">
            <a:extLst>
              <a:ext uri="{FF2B5EF4-FFF2-40B4-BE49-F238E27FC236}">
                <a16:creationId xmlns:a16="http://schemas.microsoft.com/office/drawing/2014/main" id="{518C19CA-236B-538A-7BAE-5BEFF8D5CC22}"/>
              </a:ext>
            </a:extLst>
          </p:cNvPr>
          <p:cNvSpPr/>
          <p:nvPr userDrawn="1"/>
        </p:nvSpPr>
        <p:spPr>
          <a:xfrm>
            <a:off x="550863" y="2834640"/>
            <a:ext cx="4345176" cy="8102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dirty="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dirty="0">
                <a:solidFill>
                  <a:schemeClr val="bg2"/>
                </a:solidFill>
                <a:latin typeface="+mn-lt"/>
              </a:rPr>
              <a:t>w</a:t>
            </a:r>
            <a:r>
              <a:rPr lang="en-US" sz="1050" dirty="0">
                <a:solidFill>
                  <a:schemeClr val="bg2"/>
                </a:solidFill>
                <a:latin typeface="+mn-lt"/>
              </a:rPr>
              <a:t>ww.capgemini.com</a:t>
            </a:r>
          </a:p>
        </p:txBody>
      </p:sp>
      <p:sp>
        <p:nvSpPr>
          <p:cNvPr id="47" name="Rectangle 46">
            <a:extLst>
              <a:ext uri="{FF2B5EF4-FFF2-40B4-BE49-F238E27FC236}">
                <a16:creationId xmlns:a16="http://schemas.microsoft.com/office/drawing/2014/main" id="{5177A11C-B996-1AA2-5148-35CA703F28CC}"/>
              </a:ext>
            </a:extLst>
          </p:cNvPr>
          <p:cNvSpPr/>
          <p:nvPr userDrawn="1"/>
        </p:nvSpPr>
        <p:spPr>
          <a:xfrm>
            <a:off x="550864" y="85446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bg2"/>
                </a:solidFill>
                <a:effectLst/>
                <a:uLnTx/>
                <a:uFillTx/>
                <a:latin typeface="+mn-lt"/>
                <a:ea typeface="+mn-ea"/>
                <a:cs typeface="+mn-cs"/>
              </a:rPr>
              <a:t>About Capgemini</a:t>
            </a:r>
          </a:p>
          <a:p>
            <a:pPr marL="0" marR="0" indent="0" algn="just" defTabSz="914400" rtl="0" eaLnBrk="1" fontAlgn="auto" latinLnBrk="0" hangingPunct="1">
              <a:lnSpc>
                <a:spcPct val="100000"/>
              </a:lnSpc>
              <a:spcBef>
                <a:spcPts val="0"/>
              </a:spcBef>
              <a:spcAft>
                <a:spcPts val="0"/>
              </a:spcAft>
              <a:buClrTx/>
              <a:buSzTx/>
              <a:buFontTx/>
              <a:buNone/>
              <a:tabLst/>
              <a:defRPr/>
            </a:pPr>
            <a:r>
              <a:rPr lang="en-US" sz="900" dirty="0"/>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bg2"/>
              </a:solidFill>
              <a:latin typeface="Ubuntu" panose="020B0504030602030204" pitchFamily="34" charset="0"/>
            </a:endParaRPr>
          </a:p>
        </p:txBody>
      </p:sp>
      <p:grpSp>
        <p:nvGrpSpPr>
          <p:cNvPr id="19" name="Group 18">
            <a:extLst>
              <a:ext uri="{FF2B5EF4-FFF2-40B4-BE49-F238E27FC236}">
                <a16:creationId xmlns:a16="http://schemas.microsoft.com/office/drawing/2014/main" id="{A5610925-F855-014F-3846-A33BD39AE7CF}"/>
              </a:ext>
            </a:extLst>
          </p:cNvPr>
          <p:cNvGrpSpPr/>
          <p:nvPr userDrawn="1"/>
        </p:nvGrpSpPr>
        <p:grpSpPr>
          <a:xfrm>
            <a:off x="8904288" y="5569004"/>
            <a:ext cx="1951070" cy="335280"/>
            <a:chOff x="8904288" y="5569004"/>
            <a:chExt cx="1951070" cy="335280"/>
          </a:xfrm>
        </p:grpSpPr>
        <p:pic>
          <p:nvPicPr>
            <p:cNvPr id="20" name="Picture 19">
              <a:hlinkClick r:id="rId6"/>
              <a:extLst>
                <a:ext uri="{FF2B5EF4-FFF2-40B4-BE49-F238E27FC236}">
                  <a16:creationId xmlns:a16="http://schemas.microsoft.com/office/drawing/2014/main" id="{24FCF918-8BD0-16D2-F339-AA3D847D0A13}"/>
                </a:ext>
              </a:extLst>
            </p:cNvPr>
            <p:cNvPicPr>
              <a:picLocks noChangeAspect="1"/>
            </p:cNvPicPr>
            <p:nvPr userDrawn="1"/>
          </p:nvPicPr>
          <p:blipFill rotWithShape="1">
            <a:blip r:embed="rId7" cstate="screen">
              <a:lum bright="70000" contrast="-70000"/>
              <a:extLst>
                <a:ext uri="{BEBA8EAE-BF5A-486C-A8C5-ECC9F3942E4B}">
                  <a14:imgProps xmlns:a14="http://schemas.microsoft.com/office/drawing/2010/main">
                    <a14:imgLayer r:embed="rId8">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22" name="Picture 21">
              <a:hlinkClick r:id="rId9"/>
              <a:extLst>
                <a:ext uri="{FF2B5EF4-FFF2-40B4-BE49-F238E27FC236}">
                  <a16:creationId xmlns:a16="http://schemas.microsoft.com/office/drawing/2014/main" id="{43FFB736-D24D-5661-8C87-A4FA45684F22}"/>
                </a:ext>
              </a:extLst>
            </p:cNvPr>
            <p:cNvPicPr>
              <a:picLocks noChangeAspect="1"/>
            </p:cNvPicPr>
            <p:nvPr userDrawn="1"/>
          </p:nvPicPr>
          <p:blipFill rotWithShape="1">
            <a:blip r:embed="rId10" cstate="screen">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23" name="Picture 22">
              <a:hlinkClick r:id="rId12"/>
              <a:extLst>
                <a:ext uri="{FF2B5EF4-FFF2-40B4-BE49-F238E27FC236}">
                  <a16:creationId xmlns:a16="http://schemas.microsoft.com/office/drawing/2014/main" id="{FD54A805-731A-166D-0E90-B161D3D72A48}"/>
                </a:ext>
              </a:extLst>
            </p:cNvPr>
            <p:cNvPicPr>
              <a:picLocks noChangeAspect="1"/>
            </p:cNvPicPr>
            <p:nvPr userDrawn="1"/>
          </p:nvPicPr>
          <p:blipFill rotWithShape="1">
            <a:blip r:embed="rId13" cstate="screen">
              <a:lum bright="70000" contrast="-70000"/>
              <a:extLst>
                <a:ext uri="{BEBA8EAE-BF5A-486C-A8C5-ECC9F3942E4B}">
                  <a14:imgProps xmlns:a14="http://schemas.microsoft.com/office/drawing/2010/main">
                    <a14:imgLayer r:embed="rId14">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24" name="Picture 23">
              <a:hlinkClick r:id="rId15"/>
              <a:extLst>
                <a:ext uri="{FF2B5EF4-FFF2-40B4-BE49-F238E27FC236}">
                  <a16:creationId xmlns:a16="http://schemas.microsoft.com/office/drawing/2014/main" id="{810DB779-E58E-2D08-4480-9915DA0226E2}"/>
                </a:ext>
              </a:extLst>
            </p:cNvPr>
            <p:cNvPicPr>
              <a:picLocks noChangeAspect="1"/>
            </p:cNvPicPr>
            <p:nvPr userDrawn="1"/>
          </p:nvPicPr>
          <p:blipFill rotWithShape="1">
            <a:blip r:embed="rId16" cstate="screen">
              <a:lum bright="70000" contrast="-70000"/>
              <a:extLst>
                <a:ext uri="{BEBA8EAE-BF5A-486C-A8C5-ECC9F3942E4B}">
                  <a14:imgProps xmlns:a14="http://schemas.microsoft.com/office/drawing/2010/main">
                    <a14:imgLayer r:embed="rId17">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25" name="Picture 24">
              <a:hlinkClick r:id="rId18"/>
              <a:extLst>
                <a:ext uri="{FF2B5EF4-FFF2-40B4-BE49-F238E27FC236}">
                  <a16:creationId xmlns:a16="http://schemas.microsoft.com/office/drawing/2014/main" id="{A7DC571B-9383-37DB-3C81-7DAF8A33D562}"/>
                </a:ext>
              </a:extLst>
            </p:cNvPr>
            <p:cNvPicPr>
              <a:picLocks noChangeAspect="1"/>
            </p:cNvPicPr>
            <p:nvPr userDrawn="1"/>
          </p:nvPicPr>
          <p:blipFill rotWithShape="1">
            <a:blip r:embed="rId19" cstate="screen">
              <a:lum bright="70000" contrast="-70000"/>
              <a:extLst>
                <a:ext uri="{BEBA8EAE-BF5A-486C-A8C5-ECC9F3942E4B}">
                  <a14:imgProps xmlns:a14="http://schemas.microsoft.com/office/drawing/2010/main">
                    <a14:imgLayer r:embed="rId20">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3" name="Rectangle 2">
            <a:extLst>
              <a:ext uri="{FF2B5EF4-FFF2-40B4-BE49-F238E27FC236}">
                <a16:creationId xmlns:a16="http://schemas.microsoft.com/office/drawing/2014/main" id="{7ECA3DCF-BB95-29ED-4C63-4ABA324ED80A}"/>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4265628822"/>
      </p:ext>
    </p:extLst>
  </p:cSld>
  <p:clrMapOvr>
    <a:masterClrMapping/>
  </p:clrMapOvr>
  <p:extLst>
    <p:ext uri="{DCECCB84-F9BA-43D5-87BE-67443E8EF086}">
      <p15:sldGuideLst xmlns:p15="http://schemas.microsoft.com/office/powerpoint/2012/main"/>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dirty="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dirty="0">
                <a:solidFill>
                  <a:schemeClr val="bg2"/>
                </a:solidFill>
                <a:latin typeface="+mn-lt"/>
              </a:rPr>
              <a:t>w</a:t>
            </a:r>
            <a:r>
              <a:rPr lang="en-US" sz="1050" dirty="0">
                <a:solidFill>
                  <a:schemeClr val="bg2"/>
                </a:solidFill>
                <a:latin typeface="+mn-lt"/>
              </a:rPr>
              <a:t>ww.capgemini.com</a:t>
            </a: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2"/>
                </a:solidFill>
              </a:endParaRPr>
            </a:p>
          </p:txBody>
        </p:sp>
      </p:grpSp>
      <p:grpSp>
        <p:nvGrpSpPr>
          <p:cNvPr id="8" name="Group 7">
            <a:extLst>
              <a:ext uri="{FF2B5EF4-FFF2-40B4-BE49-F238E27FC236}">
                <a16:creationId xmlns:a16="http://schemas.microsoft.com/office/drawing/2014/main" id="{C3529F38-DE31-8549-CDA7-1E4A748CA7C2}"/>
              </a:ext>
            </a:extLst>
          </p:cNvPr>
          <p:cNvGrpSpPr/>
          <p:nvPr userDrawn="1"/>
        </p:nvGrpSpPr>
        <p:grpSpPr>
          <a:xfrm>
            <a:off x="8904288" y="5569004"/>
            <a:ext cx="1951070" cy="335280"/>
            <a:chOff x="8904288" y="5569004"/>
            <a:chExt cx="1951070" cy="335280"/>
          </a:xfrm>
        </p:grpSpPr>
        <p:pic>
          <p:nvPicPr>
            <p:cNvPr id="9" name="Picture 8">
              <a:hlinkClick r:id="rId2"/>
              <a:extLst>
                <a:ext uri="{FF2B5EF4-FFF2-40B4-BE49-F238E27FC236}">
                  <a16:creationId xmlns:a16="http://schemas.microsoft.com/office/drawing/2014/main" id="{AA7E1FC5-0975-36A9-15BB-4B78B750848B}"/>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10" name="Picture 9">
              <a:hlinkClick r:id="rId5"/>
              <a:extLst>
                <a:ext uri="{FF2B5EF4-FFF2-40B4-BE49-F238E27FC236}">
                  <a16:creationId xmlns:a16="http://schemas.microsoft.com/office/drawing/2014/main" id="{9852B28F-AE33-FE98-514D-6F11A86092BB}"/>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11" name="Picture 10">
              <a:hlinkClick r:id="rId8"/>
              <a:extLst>
                <a:ext uri="{FF2B5EF4-FFF2-40B4-BE49-F238E27FC236}">
                  <a16:creationId xmlns:a16="http://schemas.microsoft.com/office/drawing/2014/main" id="{FA1AEA76-FACD-25B8-0110-7425FE173BD9}"/>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12" name="Picture 11">
              <a:hlinkClick r:id="rId11"/>
              <a:extLst>
                <a:ext uri="{FF2B5EF4-FFF2-40B4-BE49-F238E27FC236}">
                  <a16:creationId xmlns:a16="http://schemas.microsoft.com/office/drawing/2014/main" id="{8EE305D6-5BF1-8C3B-B40C-DAE50AEF0788}"/>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13" name="Picture 12">
              <a:hlinkClick r:id="rId14"/>
              <a:extLst>
                <a:ext uri="{FF2B5EF4-FFF2-40B4-BE49-F238E27FC236}">
                  <a16:creationId xmlns:a16="http://schemas.microsoft.com/office/drawing/2014/main" id="{152FD4A1-441F-A138-65D6-13171C1C355C}"/>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2" name="Rectangle 1">
            <a:extLst>
              <a:ext uri="{FF2B5EF4-FFF2-40B4-BE49-F238E27FC236}">
                <a16:creationId xmlns:a16="http://schemas.microsoft.com/office/drawing/2014/main" id="{B0ED2EA3-431C-98F0-F5DF-BA8CD83988E8}"/>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bg1"/>
                </a:solidFill>
                <a:latin typeface="+mn-lt"/>
                <a:cs typeface="Arial"/>
              </a:rPr>
              <a:t>Copyright © 2026 Capgemini. All rights reserved.</a:t>
            </a:r>
          </a:p>
        </p:txBody>
      </p:sp>
      <p:sp>
        <p:nvSpPr>
          <p:cNvPr id="3" name="Rectangle 2">
            <a:extLst>
              <a:ext uri="{FF2B5EF4-FFF2-40B4-BE49-F238E27FC236}">
                <a16:creationId xmlns:a16="http://schemas.microsoft.com/office/drawing/2014/main" id="{A00DCBE3-E072-9262-C394-C6548BB92DEF}"/>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Tree>
    <p:extLst>
      <p:ext uri="{BB962C8B-B14F-4D97-AF65-F5344CB8AC3E}">
        <p14:creationId xmlns:p14="http://schemas.microsoft.com/office/powerpoint/2010/main" val="848626725"/>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dirty="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dirty="0">
                <a:solidFill>
                  <a:schemeClr val="bg2"/>
                </a:solidFill>
                <a:latin typeface="+mn-lt"/>
              </a:rPr>
              <a:t>w</a:t>
            </a:r>
            <a:r>
              <a:rPr lang="en-US" sz="1050" dirty="0">
                <a:solidFill>
                  <a:schemeClr val="bg2"/>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3" name="Group 12">
            <a:extLst>
              <a:ext uri="{FF2B5EF4-FFF2-40B4-BE49-F238E27FC236}">
                <a16:creationId xmlns:a16="http://schemas.microsoft.com/office/drawing/2014/main" id="{AF5AEA53-A3F6-3C43-28B7-ED0F7493535A}"/>
              </a:ext>
            </a:extLst>
          </p:cNvPr>
          <p:cNvGrpSpPr/>
          <p:nvPr userDrawn="1"/>
        </p:nvGrpSpPr>
        <p:grpSpPr>
          <a:xfrm>
            <a:off x="8904288" y="5569004"/>
            <a:ext cx="1951070" cy="335280"/>
            <a:chOff x="8904288" y="5569004"/>
            <a:chExt cx="1951070" cy="335280"/>
          </a:xfrm>
        </p:grpSpPr>
        <p:pic>
          <p:nvPicPr>
            <p:cNvPr id="14" name="Picture 13">
              <a:hlinkClick r:id="rId2"/>
              <a:extLst>
                <a:ext uri="{FF2B5EF4-FFF2-40B4-BE49-F238E27FC236}">
                  <a16:creationId xmlns:a16="http://schemas.microsoft.com/office/drawing/2014/main" id="{BB2967E7-796B-6EA2-7BAD-CE5AAD3E5CCA}"/>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5" name="Picture 14">
              <a:hlinkClick r:id="rId5"/>
              <a:extLst>
                <a:ext uri="{FF2B5EF4-FFF2-40B4-BE49-F238E27FC236}">
                  <a16:creationId xmlns:a16="http://schemas.microsoft.com/office/drawing/2014/main" id="{D948212D-4697-CFC5-FD02-46AE44A499B0}"/>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6" name="Picture 15">
              <a:hlinkClick r:id="rId8"/>
              <a:extLst>
                <a:ext uri="{FF2B5EF4-FFF2-40B4-BE49-F238E27FC236}">
                  <a16:creationId xmlns:a16="http://schemas.microsoft.com/office/drawing/2014/main" id="{97D4CB73-5886-FD21-53D6-579070C9461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8" name="Picture 17">
              <a:hlinkClick r:id="rId11"/>
              <a:extLst>
                <a:ext uri="{FF2B5EF4-FFF2-40B4-BE49-F238E27FC236}">
                  <a16:creationId xmlns:a16="http://schemas.microsoft.com/office/drawing/2014/main" id="{20E4809F-7CE4-E75D-D9B3-B83DC708507C}"/>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9" name="Picture 18">
              <a:hlinkClick r:id="rId14"/>
              <a:extLst>
                <a:ext uri="{FF2B5EF4-FFF2-40B4-BE49-F238E27FC236}">
                  <a16:creationId xmlns:a16="http://schemas.microsoft.com/office/drawing/2014/main" id="{03D14A75-529F-A677-2FA2-C0BF7D445A39}"/>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2" name="Rectangle 1">
            <a:extLst>
              <a:ext uri="{FF2B5EF4-FFF2-40B4-BE49-F238E27FC236}">
                <a16:creationId xmlns:a16="http://schemas.microsoft.com/office/drawing/2014/main" id="{22ED8818-43EC-6700-AF45-E9B8C97AE8CD}"/>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bg1"/>
                </a:solidFill>
                <a:latin typeface="+mn-lt"/>
                <a:cs typeface="Arial"/>
              </a:rPr>
              <a:t>Copyright © 2026 Capgemini. All rights reserved.</a:t>
            </a:r>
          </a:p>
        </p:txBody>
      </p:sp>
      <p:sp>
        <p:nvSpPr>
          <p:cNvPr id="3" name="Rectangle 2">
            <a:extLst>
              <a:ext uri="{FF2B5EF4-FFF2-40B4-BE49-F238E27FC236}">
                <a16:creationId xmlns:a16="http://schemas.microsoft.com/office/drawing/2014/main" id="{BF9308E6-A7C1-CCDE-ED00-7A9C45249422}"/>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Tree>
    <p:extLst>
      <p:ext uri="{BB962C8B-B14F-4D97-AF65-F5344CB8AC3E}">
        <p14:creationId xmlns:p14="http://schemas.microsoft.com/office/powerpoint/2010/main" val="342264934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71.xml"/><Relationship Id="rId18" Type="http://schemas.openxmlformats.org/officeDocument/2006/relationships/slideLayout" Target="../slideLayouts/slideLayout76.xml"/><Relationship Id="rId26" Type="http://schemas.openxmlformats.org/officeDocument/2006/relationships/slideLayout" Target="../slideLayouts/slideLayout84.xml"/><Relationship Id="rId39" Type="http://schemas.openxmlformats.org/officeDocument/2006/relationships/slideLayout" Target="../slideLayouts/slideLayout97.xml"/><Relationship Id="rId21" Type="http://schemas.openxmlformats.org/officeDocument/2006/relationships/slideLayout" Target="../slideLayouts/slideLayout79.xml"/><Relationship Id="rId34" Type="http://schemas.openxmlformats.org/officeDocument/2006/relationships/slideLayout" Target="../slideLayouts/slideLayout92.xml"/><Relationship Id="rId42" Type="http://schemas.openxmlformats.org/officeDocument/2006/relationships/slideLayout" Target="../slideLayouts/slideLayout100.xml"/><Relationship Id="rId47" Type="http://schemas.openxmlformats.org/officeDocument/2006/relationships/slideLayout" Target="../slideLayouts/slideLayout105.xml"/><Relationship Id="rId50" Type="http://schemas.openxmlformats.org/officeDocument/2006/relationships/slideLayout" Target="../slideLayouts/slideLayout108.xml"/><Relationship Id="rId55" Type="http://schemas.openxmlformats.org/officeDocument/2006/relationships/slideLayout" Target="../slideLayouts/slideLayout113.xml"/><Relationship Id="rId7" Type="http://schemas.openxmlformats.org/officeDocument/2006/relationships/slideLayout" Target="../slideLayouts/slideLayout65.xml"/><Relationship Id="rId2" Type="http://schemas.openxmlformats.org/officeDocument/2006/relationships/slideLayout" Target="../slideLayouts/slideLayout60.xml"/><Relationship Id="rId16" Type="http://schemas.openxmlformats.org/officeDocument/2006/relationships/slideLayout" Target="../slideLayouts/slideLayout74.xml"/><Relationship Id="rId20" Type="http://schemas.openxmlformats.org/officeDocument/2006/relationships/slideLayout" Target="../slideLayouts/slideLayout78.xml"/><Relationship Id="rId29" Type="http://schemas.openxmlformats.org/officeDocument/2006/relationships/slideLayout" Target="../slideLayouts/slideLayout87.xml"/><Relationship Id="rId41" Type="http://schemas.openxmlformats.org/officeDocument/2006/relationships/slideLayout" Target="../slideLayouts/slideLayout99.xml"/><Relationship Id="rId54" Type="http://schemas.openxmlformats.org/officeDocument/2006/relationships/slideLayout" Target="../slideLayouts/slideLayout112.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24" Type="http://schemas.openxmlformats.org/officeDocument/2006/relationships/slideLayout" Target="../slideLayouts/slideLayout82.xml"/><Relationship Id="rId32" Type="http://schemas.openxmlformats.org/officeDocument/2006/relationships/slideLayout" Target="../slideLayouts/slideLayout90.xml"/><Relationship Id="rId37" Type="http://schemas.openxmlformats.org/officeDocument/2006/relationships/slideLayout" Target="../slideLayouts/slideLayout95.xml"/><Relationship Id="rId40" Type="http://schemas.openxmlformats.org/officeDocument/2006/relationships/slideLayout" Target="../slideLayouts/slideLayout98.xml"/><Relationship Id="rId45" Type="http://schemas.openxmlformats.org/officeDocument/2006/relationships/slideLayout" Target="../slideLayouts/slideLayout103.xml"/><Relationship Id="rId53" Type="http://schemas.openxmlformats.org/officeDocument/2006/relationships/slideLayout" Target="../slideLayouts/slideLayout111.xml"/><Relationship Id="rId58" Type="http://schemas.openxmlformats.org/officeDocument/2006/relationships/slideLayout" Target="../slideLayouts/slideLayout116.xml"/><Relationship Id="rId5" Type="http://schemas.openxmlformats.org/officeDocument/2006/relationships/slideLayout" Target="../slideLayouts/slideLayout63.xml"/><Relationship Id="rId15" Type="http://schemas.openxmlformats.org/officeDocument/2006/relationships/slideLayout" Target="../slideLayouts/slideLayout73.xml"/><Relationship Id="rId23" Type="http://schemas.openxmlformats.org/officeDocument/2006/relationships/slideLayout" Target="../slideLayouts/slideLayout81.xml"/><Relationship Id="rId28" Type="http://schemas.openxmlformats.org/officeDocument/2006/relationships/slideLayout" Target="../slideLayouts/slideLayout86.xml"/><Relationship Id="rId36" Type="http://schemas.openxmlformats.org/officeDocument/2006/relationships/slideLayout" Target="../slideLayouts/slideLayout94.xml"/><Relationship Id="rId49" Type="http://schemas.openxmlformats.org/officeDocument/2006/relationships/slideLayout" Target="../slideLayouts/slideLayout107.xml"/><Relationship Id="rId57" Type="http://schemas.openxmlformats.org/officeDocument/2006/relationships/slideLayout" Target="../slideLayouts/slideLayout115.xml"/><Relationship Id="rId61" Type="http://schemas.openxmlformats.org/officeDocument/2006/relationships/image" Target="../media/image1.png"/><Relationship Id="rId10" Type="http://schemas.openxmlformats.org/officeDocument/2006/relationships/slideLayout" Target="../slideLayouts/slideLayout68.xml"/><Relationship Id="rId19" Type="http://schemas.openxmlformats.org/officeDocument/2006/relationships/slideLayout" Target="../slideLayouts/slideLayout77.xml"/><Relationship Id="rId31" Type="http://schemas.openxmlformats.org/officeDocument/2006/relationships/slideLayout" Target="../slideLayouts/slideLayout89.xml"/><Relationship Id="rId44" Type="http://schemas.openxmlformats.org/officeDocument/2006/relationships/slideLayout" Target="../slideLayouts/slideLayout102.xml"/><Relationship Id="rId52" Type="http://schemas.openxmlformats.org/officeDocument/2006/relationships/slideLayout" Target="../slideLayouts/slideLayout110.xml"/><Relationship Id="rId60" Type="http://schemas.openxmlformats.org/officeDocument/2006/relationships/theme" Target="../theme/theme2.xml"/><Relationship Id="rId4" Type="http://schemas.openxmlformats.org/officeDocument/2006/relationships/slideLayout" Target="../slideLayouts/slideLayout62.xml"/><Relationship Id="rId9" Type="http://schemas.openxmlformats.org/officeDocument/2006/relationships/slideLayout" Target="../slideLayouts/slideLayout67.xml"/><Relationship Id="rId14" Type="http://schemas.openxmlformats.org/officeDocument/2006/relationships/slideLayout" Target="../slideLayouts/slideLayout72.xml"/><Relationship Id="rId22" Type="http://schemas.openxmlformats.org/officeDocument/2006/relationships/slideLayout" Target="../slideLayouts/slideLayout80.xml"/><Relationship Id="rId27" Type="http://schemas.openxmlformats.org/officeDocument/2006/relationships/slideLayout" Target="../slideLayouts/slideLayout85.xml"/><Relationship Id="rId30" Type="http://schemas.openxmlformats.org/officeDocument/2006/relationships/slideLayout" Target="../slideLayouts/slideLayout88.xml"/><Relationship Id="rId35" Type="http://schemas.openxmlformats.org/officeDocument/2006/relationships/slideLayout" Target="../slideLayouts/slideLayout93.xml"/><Relationship Id="rId43" Type="http://schemas.openxmlformats.org/officeDocument/2006/relationships/slideLayout" Target="../slideLayouts/slideLayout101.xml"/><Relationship Id="rId48" Type="http://schemas.openxmlformats.org/officeDocument/2006/relationships/slideLayout" Target="../slideLayouts/slideLayout106.xml"/><Relationship Id="rId56" Type="http://schemas.openxmlformats.org/officeDocument/2006/relationships/slideLayout" Target="../slideLayouts/slideLayout114.xml"/><Relationship Id="rId8" Type="http://schemas.openxmlformats.org/officeDocument/2006/relationships/slideLayout" Target="../slideLayouts/slideLayout66.xml"/><Relationship Id="rId51" Type="http://schemas.openxmlformats.org/officeDocument/2006/relationships/slideLayout" Target="../slideLayouts/slideLayout109.xml"/><Relationship Id="rId3" Type="http://schemas.openxmlformats.org/officeDocument/2006/relationships/slideLayout" Target="../slideLayouts/slideLayout61.xml"/><Relationship Id="rId12" Type="http://schemas.openxmlformats.org/officeDocument/2006/relationships/slideLayout" Target="../slideLayouts/slideLayout70.xml"/><Relationship Id="rId17" Type="http://schemas.openxmlformats.org/officeDocument/2006/relationships/slideLayout" Target="../slideLayouts/slideLayout75.xml"/><Relationship Id="rId25" Type="http://schemas.openxmlformats.org/officeDocument/2006/relationships/slideLayout" Target="../slideLayouts/slideLayout83.xml"/><Relationship Id="rId33" Type="http://schemas.openxmlformats.org/officeDocument/2006/relationships/slideLayout" Target="../slideLayouts/slideLayout91.xml"/><Relationship Id="rId38" Type="http://schemas.openxmlformats.org/officeDocument/2006/relationships/slideLayout" Target="../slideLayouts/slideLayout96.xml"/><Relationship Id="rId46" Type="http://schemas.openxmlformats.org/officeDocument/2006/relationships/slideLayout" Target="../slideLayouts/slideLayout104.xml"/><Relationship Id="rId59" Type="http://schemas.openxmlformats.org/officeDocument/2006/relationships/slideLayout" Target="../slideLayouts/slideLayout117.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30.xml"/><Relationship Id="rId18" Type="http://schemas.openxmlformats.org/officeDocument/2006/relationships/slideLayout" Target="../slideLayouts/slideLayout135.xml"/><Relationship Id="rId26" Type="http://schemas.openxmlformats.org/officeDocument/2006/relationships/slideLayout" Target="../slideLayouts/slideLayout143.xml"/><Relationship Id="rId39" Type="http://schemas.openxmlformats.org/officeDocument/2006/relationships/slideLayout" Target="../slideLayouts/slideLayout156.xml"/><Relationship Id="rId21" Type="http://schemas.openxmlformats.org/officeDocument/2006/relationships/slideLayout" Target="../slideLayouts/slideLayout138.xml"/><Relationship Id="rId34" Type="http://schemas.openxmlformats.org/officeDocument/2006/relationships/slideLayout" Target="../slideLayouts/slideLayout151.xml"/><Relationship Id="rId42" Type="http://schemas.openxmlformats.org/officeDocument/2006/relationships/slideLayout" Target="../slideLayouts/slideLayout159.xml"/><Relationship Id="rId47" Type="http://schemas.openxmlformats.org/officeDocument/2006/relationships/slideLayout" Target="../slideLayouts/slideLayout164.xml"/><Relationship Id="rId50" Type="http://schemas.openxmlformats.org/officeDocument/2006/relationships/slideLayout" Target="../slideLayouts/slideLayout167.xml"/><Relationship Id="rId55" Type="http://schemas.openxmlformats.org/officeDocument/2006/relationships/slideLayout" Target="../slideLayouts/slideLayout172.xml"/><Relationship Id="rId7" Type="http://schemas.openxmlformats.org/officeDocument/2006/relationships/slideLayout" Target="../slideLayouts/slideLayout124.xml"/><Relationship Id="rId2" Type="http://schemas.openxmlformats.org/officeDocument/2006/relationships/slideLayout" Target="../slideLayouts/slideLayout119.xml"/><Relationship Id="rId16" Type="http://schemas.openxmlformats.org/officeDocument/2006/relationships/slideLayout" Target="../slideLayouts/slideLayout133.xml"/><Relationship Id="rId20" Type="http://schemas.openxmlformats.org/officeDocument/2006/relationships/slideLayout" Target="../slideLayouts/slideLayout137.xml"/><Relationship Id="rId29" Type="http://schemas.openxmlformats.org/officeDocument/2006/relationships/slideLayout" Target="../slideLayouts/slideLayout146.xml"/><Relationship Id="rId41" Type="http://schemas.openxmlformats.org/officeDocument/2006/relationships/slideLayout" Target="../slideLayouts/slideLayout158.xml"/><Relationship Id="rId54" Type="http://schemas.openxmlformats.org/officeDocument/2006/relationships/slideLayout" Target="../slideLayouts/slideLayout171.xml"/><Relationship Id="rId1" Type="http://schemas.openxmlformats.org/officeDocument/2006/relationships/slideLayout" Target="../slideLayouts/slideLayout118.xml"/><Relationship Id="rId6" Type="http://schemas.openxmlformats.org/officeDocument/2006/relationships/slideLayout" Target="../slideLayouts/slideLayout123.xml"/><Relationship Id="rId11" Type="http://schemas.openxmlformats.org/officeDocument/2006/relationships/slideLayout" Target="../slideLayouts/slideLayout128.xml"/><Relationship Id="rId24" Type="http://schemas.openxmlformats.org/officeDocument/2006/relationships/slideLayout" Target="../slideLayouts/slideLayout141.xml"/><Relationship Id="rId32" Type="http://schemas.openxmlformats.org/officeDocument/2006/relationships/slideLayout" Target="../slideLayouts/slideLayout149.xml"/><Relationship Id="rId37" Type="http://schemas.openxmlformats.org/officeDocument/2006/relationships/slideLayout" Target="../slideLayouts/slideLayout154.xml"/><Relationship Id="rId40" Type="http://schemas.openxmlformats.org/officeDocument/2006/relationships/slideLayout" Target="../slideLayouts/slideLayout157.xml"/><Relationship Id="rId45" Type="http://schemas.openxmlformats.org/officeDocument/2006/relationships/slideLayout" Target="../slideLayouts/slideLayout162.xml"/><Relationship Id="rId53" Type="http://schemas.openxmlformats.org/officeDocument/2006/relationships/slideLayout" Target="../slideLayouts/slideLayout170.xml"/><Relationship Id="rId58" Type="http://schemas.openxmlformats.org/officeDocument/2006/relationships/slideLayout" Target="../slideLayouts/slideLayout175.xml"/><Relationship Id="rId5" Type="http://schemas.openxmlformats.org/officeDocument/2006/relationships/slideLayout" Target="../slideLayouts/slideLayout122.xml"/><Relationship Id="rId15" Type="http://schemas.openxmlformats.org/officeDocument/2006/relationships/slideLayout" Target="../slideLayouts/slideLayout132.xml"/><Relationship Id="rId23" Type="http://schemas.openxmlformats.org/officeDocument/2006/relationships/slideLayout" Target="../slideLayouts/slideLayout140.xml"/><Relationship Id="rId28" Type="http://schemas.openxmlformats.org/officeDocument/2006/relationships/slideLayout" Target="../slideLayouts/slideLayout145.xml"/><Relationship Id="rId36" Type="http://schemas.openxmlformats.org/officeDocument/2006/relationships/slideLayout" Target="../slideLayouts/slideLayout153.xml"/><Relationship Id="rId49" Type="http://schemas.openxmlformats.org/officeDocument/2006/relationships/slideLayout" Target="../slideLayouts/slideLayout166.xml"/><Relationship Id="rId57" Type="http://schemas.openxmlformats.org/officeDocument/2006/relationships/slideLayout" Target="../slideLayouts/slideLayout174.xml"/><Relationship Id="rId61" Type="http://schemas.openxmlformats.org/officeDocument/2006/relationships/image" Target="../media/image1.png"/><Relationship Id="rId10" Type="http://schemas.openxmlformats.org/officeDocument/2006/relationships/slideLayout" Target="../slideLayouts/slideLayout127.xml"/><Relationship Id="rId19" Type="http://schemas.openxmlformats.org/officeDocument/2006/relationships/slideLayout" Target="../slideLayouts/slideLayout136.xml"/><Relationship Id="rId31" Type="http://schemas.openxmlformats.org/officeDocument/2006/relationships/slideLayout" Target="../slideLayouts/slideLayout148.xml"/><Relationship Id="rId44" Type="http://schemas.openxmlformats.org/officeDocument/2006/relationships/slideLayout" Target="../slideLayouts/slideLayout161.xml"/><Relationship Id="rId52" Type="http://schemas.openxmlformats.org/officeDocument/2006/relationships/slideLayout" Target="../slideLayouts/slideLayout169.xml"/><Relationship Id="rId60" Type="http://schemas.openxmlformats.org/officeDocument/2006/relationships/theme" Target="../theme/theme3.xml"/><Relationship Id="rId4" Type="http://schemas.openxmlformats.org/officeDocument/2006/relationships/slideLayout" Target="../slideLayouts/slideLayout121.xml"/><Relationship Id="rId9" Type="http://schemas.openxmlformats.org/officeDocument/2006/relationships/slideLayout" Target="../slideLayouts/slideLayout126.xml"/><Relationship Id="rId14" Type="http://schemas.openxmlformats.org/officeDocument/2006/relationships/slideLayout" Target="../slideLayouts/slideLayout131.xml"/><Relationship Id="rId22" Type="http://schemas.openxmlformats.org/officeDocument/2006/relationships/slideLayout" Target="../slideLayouts/slideLayout139.xml"/><Relationship Id="rId27" Type="http://schemas.openxmlformats.org/officeDocument/2006/relationships/slideLayout" Target="../slideLayouts/slideLayout144.xml"/><Relationship Id="rId30" Type="http://schemas.openxmlformats.org/officeDocument/2006/relationships/slideLayout" Target="../slideLayouts/slideLayout147.xml"/><Relationship Id="rId35" Type="http://schemas.openxmlformats.org/officeDocument/2006/relationships/slideLayout" Target="../slideLayouts/slideLayout152.xml"/><Relationship Id="rId43" Type="http://schemas.openxmlformats.org/officeDocument/2006/relationships/slideLayout" Target="../slideLayouts/slideLayout160.xml"/><Relationship Id="rId48" Type="http://schemas.openxmlformats.org/officeDocument/2006/relationships/slideLayout" Target="../slideLayouts/slideLayout165.xml"/><Relationship Id="rId56" Type="http://schemas.openxmlformats.org/officeDocument/2006/relationships/slideLayout" Target="../slideLayouts/slideLayout173.xml"/><Relationship Id="rId8" Type="http://schemas.openxmlformats.org/officeDocument/2006/relationships/slideLayout" Target="../slideLayouts/slideLayout125.xml"/><Relationship Id="rId51" Type="http://schemas.openxmlformats.org/officeDocument/2006/relationships/slideLayout" Target="../slideLayouts/slideLayout168.xml"/><Relationship Id="rId3" Type="http://schemas.openxmlformats.org/officeDocument/2006/relationships/slideLayout" Target="../slideLayouts/slideLayout120.xml"/><Relationship Id="rId12" Type="http://schemas.openxmlformats.org/officeDocument/2006/relationships/slideLayout" Target="../slideLayouts/slideLayout129.xml"/><Relationship Id="rId17" Type="http://schemas.openxmlformats.org/officeDocument/2006/relationships/slideLayout" Target="../slideLayouts/slideLayout134.xml"/><Relationship Id="rId25" Type="http://schemas.openxmlformats.org/officeDocument/2006/relationships/slideLayout" Target="../slideLayouts/slideLayout142.xml"/><Relationship Id="rId33" Type="http://schemas.openxmlformats.org/officeDocument/2006/relationships/slideLayout" Target="../slideLayouts/slideLayout150.xml"/><Relationship Id="rId38" Type="http://schemas.openxmlformats.org/officeDocument/2006/relationships/slideLayout" Target="../slideLayouts/slideLayout155.xml"/><Relationship Id="rId46" Type="http://schemas.openxmlformats.org/officeDocument/2006/relationships/slideLayout" Target="../slideLayouts/slideLayout163.xml"/><Relationship Id="rId59" Type="http://schemas.openxmlformats.org/officeDocument/2006/relationships/slideLayout" Target="../slideLayouts/slideLayout17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60">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dirty="0"/>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dirty="0"/>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dirty="0"/>
          </a:p>
        </p:txBody>
      </p:sp>
    </p:spTree>
    <p:extLst>
      <p:ext uri="{BB962C8B-B14F-4D97-AF65-F5344CB8AC3E}">
        <p14:creationId xmlns:p14="http://schemas.microsoft.com/office/powerpoint/2010/main" val="164125630"/>
      </p:ext>
    </p:extLst>
  </p:cSld>
  <p:clrMap bg1="lt1" tx1="dk1" bg2="lt2" tx2="dk2" accent1="accent1" accent2="accent2" accent3="accent3" accent4="accent4" accent5="accent5" accent6="accent6" hlink="hlink" folHlink="folHlink"/>
  <p:sldLayoutIdLst>
    <p:sldLayoutId id="2147483811" r:id="rId1"/>
    <p:sldLayoutId id="2147483860" r:id="rId2"/>
    <p:sldLayoutId id="2147483861" r:id="rId3"/>
    <p:sldLayoutId id="2147483812" r:id="rId4"/>
    <p:sldLayoutId id="2147483813" r:id="rId5"/>
    <p:sldLayoutId id="2147483814" r:id="rId6"/>
    <p:sldLayoutId id="2147483862" r:id="rId7"/>
    <p:sldLayoutId id="2147483815" r:id="rId8"/>
    <p:sldLayoutId id="2147483817" r:id="rId9"/>
    <p:sldLayoutId id="2147483818" r:id="rId10"/>
    <p:sldLayoutId id="2147483863" r:id="rId11"/>
    <p:sldLayoutId id="2147483819" r:id="rId12"/>
    <p:sldLayoutId id="2147483820" r:id="rId13"/>
    <p:sldLayoutId id="2147483821" r:id="rId14"/>
    <p:sldLayoutId id="2147483822" r:id="rId15"/>
    <p:sldLayoutId id="2147483823" r:id="rId16"/>
    <p:sldLayoutId id="2147483824" r:id="rId17"/>
    <p:sldLayoutId id="2147483866" r:id="rId18"/>
    <p:sldLayoutId id="2147483826" r:id="rId19"/>
    <p:sldLayoutId id="2147483867" r:id="rId20"/>
    <p:sldLayoutId id="2147483865" r:id="rId21"/>
    <p:sldLayoutId id="2147483868" r:id="rId22"/>
    <p:sldLayoutId id="2147483827" r:id="rId23"/>
    <p:sldLayoutId id="2147483869" r:id="rId24"/>
    <p:sldLayoutId id="2147483829" r:id="rId25"/>
    <p:sldLayoutId id="2147483870" r:id="rId26"/>
    <p:sldLayoutId id="2147483831" r:id="rId27"/>
    <p:sldLayoutId id="2147483871" r:id="rId28"/>
    <p:sldLayoutId id="2147483833" r:id="rId29"/>
    <p:sldLayoutId id="2147483872" r:id="rId30"/>
    <p:sldLayoutId id="2147483835" r:id="rId31"/>
    <p:sldLayoutId id="2147483873" r:id="rId32"/>
    <p:sldLayoutId id="2147483837" r:id="rId33"/>
    <p:sldLayoutId id="2147483874" r:id="rId34"/>
    <p:sldLayoutId id="2147483838" r:id="rId35"/>
    <p:sldLayoutId id="2147483875" r:id="rId36"/>
    <p:sldLayoutId id="2147483840" r:id="rId37"/>
    <p:sldLayoutId id="2147483876" r:id="rId38"/>
    <p:sldLayoutId id="2147483842" r:id="rId39"/>
    <p:sldLayoutId id="2147483877" r:id="rId40"/>
    <p:sldLayoutId id="2147483844" r:id="rId41"/>
    <p:sldLayoutId id="2147483878" r:id="rId42"/>
    <p:sldLayoutId id="2147483845" r:id="rId43"/>
    <p:sldLayoutId id="2147483879" r:id="rId44"/>
    <p:sldLayoutId id="2147483847" r:id="rId45"/>
    <p:sldLayoutId id="2147483880" r:id="rId46"/>
    <p:sldLayoutId id="2147483848" r:id="rId47"/>
    <p:sldLayoutId id="2147483849" r:id="rId48"/>
    <p:sldLayoutId id="2147483850" r:id="rId49"/>
    <p:sldLayoutId id="2147483851" r:id="rId50"/>
    <p:sldLayoutId id="2147483852" r:id="rId51"/>
    <p:sldLayoutId id="2147483853" r:id="rId52"/>
    <p:sldLayoutId id="2147483854" r:id="rId53"/>
    <p:sldLayoutId id="2147483855" r:id="rId54"/>
    <p:sldLayoutId id="2147483856" r:id="rId55"/>
    <p:sldLayoutId id="2147483857" r:id="rId56"/>
    <p:sldLayoutId id="2147483858" r:id="rId57"/>
    <p:sldLayoutId id="2147483859" r:id="rId58"/>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406"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dirty="0"/>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solidFill>
                  <a:schemeClr val="bg1"/>
                </a:solidFill>
              </a:rPr>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bg1"/>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pic>
        <p:nvPicPr>
          <p:cNvPr id="4" name="GRID" hidden="1">
            <a:extLst>
              <a:ext uri="{FF2B5EF4-FFF2-40B4-BE49-F238E27FC236}">
                <a16:creationId xmlns:a16="http://schemas.microsoft.com/office/drawing/2014/main" id="{D72815E4-17F8-DE3E-B207-25448A9FFF9E}"/>
              </a:ext>
            </a:extLst>
          </p:cNvPr>
          <p:cNvPicPr>
            <a:picLocks noGrp="1" noRot="1" noMove="1" noResize="1" noEditPoints="1" noAdjustHandles="1" noChangeArrowheads="1" noChangeShapeType="1" noCrop="1"/>
          </p:cNvPicPr>
          <p:nvPr userDrawn="1"/>
        </p:nvPicPr>
        <p:blipFill>
          <a:blip r:embed="rId61">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10" name="Title Placeholder 4">
            <a:extLst>
              <a:ext uri="{FF2B5EF4-FFF2-40B4-BE49-F238E27FC236}">
                <a16:creationId xmlns:a16="http://schemas.microsoft.com/office/drawing/2014/main" id="{6C8CEE51-3D7E-3B86-9D9F-0C12C431D8D6}"/>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
        <p:nvSpPr>
          <p:cNvPr id="11" name="Text Placeholder 1">
            <a:extLst>
              <a:ext uri="{FF2B5EF4-FFF2-40B4-BE49-F238E27FC236}">
                <a16:creationId xmlns:a16="http://schemas.microsoft.com/office/drawing/2014/main" id="{14749154-3D9B-0740-AD4D-92B55FFF9A95}"/>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PL" dirty="0"/>
          </a:p>
        </p:txBody>
      </p:sp>
    </p:spTree>
    <p:extLst>
      <p:ext uri="{BB962C8B-B14F-4D97-AF65-F5344CB8AC3E}">
        <p14:creationId xmlns:p14="http://schemas.microsoft.com/office/powerpoint/2010/main" val="1247134687"/>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4003" r:id="rId9"/>
    <p:sldLayoutId id="2147484004" r:id="rId10"/>
    <p:sldLayoutId id="2147484005" r:id="rId11"/>
    <p:sldLayoutId id="2147484006" r:id="rId12"/>
    <p:sldLayoutId id="2147483895" r:id="rId13"/>
    <p:sldLayoutId id="2147483896" r:id="rId14"/>
    <p:sldLayoutId id="2147483897" r:id="rId15"/>
    <p:sldLayoutId id="2147483898" r:id="rId16"/>
    <p:sldLayoutId id="2147483899" r:id="rId17"/>
    <p:sldLayoutId id="2147483900" r:id="rId18"/>
    <p:sldLayoutId id="2147483901" r:id="rId19"/>
    <p:sldLayoutId id="2147483902" r:id="rId20"/>
    <p:sldLayoutId id="2147483903" r:id="rId21"/>
    <p:sldLayoutId id="2147483904" r:id="rId22"/>
    <p:sldLayoutId id="2147483905" r:id="rId23"/>
    <p:sldLayoutId id="2147483906" r:id="rId24"/>
    <p:sldLayoutId id="2147483907" r:id="rId25"/>
    <p:sldLayoutId id="2147483908" r:id="rId26"/>
    <p:sldLayoutId id="2147483909" r:id="rId27"/>
    <p:sldLayoutId id="2147483910" r:id="rId28"/>
    <p:sldLayoutId id="2147483911" r:id="rId29"/>
    <p:sldLayoutId id="2147483912" r:id="rId30"/>
    <p:sldLayoutId id="2147483913" r:id="rId31"/>
    <p:sldLayoutId id="2147483914" r:id="rId32"/>
    <p:sldLayoutId id="2147483915" r:id="rId33"/>
    <p:sldLayoutId id="2147483916" r:id="rId34"/>
    <p:sldLayoutId id="2147483917" r:id="rId35"/>
    <p:sldLayoutId id="2147483918" r:id="rId36"/>
    <p:sldLayoutId id="2147483919" r:id="rId37"/>
    <p:sldLayoutId id="2147483920" r:id="rId38"/>
    <p:sldLayoutId id="2147483921" r:id="rId39"/>
    <p:sldLayoutId id="2147483922" r:id="rId40"/>
    <p:sldLayoutId id="2147483923" r:id="rId41"/>
    <p:sldLayoutId id="2147483924" r:id="rId42"/>
    <p:sldLayoutId id="2147483925" r:id="rId43"/>
    <p:sldLayoutId id="2147483926" r:id="rId44"/>
    <p:sldLayoutId id="2147483927" r:id="rId45"/>
    <p:sldLayoutId id="2147483928" r:id="rId46"/>
    <p:sldLayoutId id="2147483929" r:id="rId47"/>
    <p:sldLayoutId id="2147483930" r:id="rId48"/>
    <p:sldLayoutId id="2147483931" r:id="rId49"/>
    <p:sldLayoutId id="2147483932" r:id="rId50"/>
    <p:sldLayoutId id="2147483933" r:id="rId51"/>
    <p:sldLayoutId id="2147483934" r:id="rId52"/>
    <p:sldLayoutId id="2147483935" r:id="rId53"/>
    <p:sldLayoutId id="2147483936" r:id="rId54"/>
    <p:sldLayoutId id="2147483937" r:id="rId55"/>
    <p:sldLayoutId id="2147483938" r:id="rId56"/>
    <p:sldLayoutId id="2147483939" r:id="rId57"/>
    <p:sldLayoutId id="2147483940" r:id="rId58"/>
    <p:sldLayoutId id="2147483941" r:id="rId59"/>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bg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4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406"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dirty="0"/>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solidFill>
                  <a:schemeClr val="bg1"/>
                </a:solidFill>
              </a:rPr>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bg1"/>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pic>
        <p:nvPicPr>
          <p:cNvPr id="4" name="GRID" hidden="1">
            <a:extLst>
              <a:ext uri="{FF2B5EF4-FFF2-40B4-BE49-F238E27FC236}">
                <a16:creationId xmlns:a16="http://schemas.microsoft.com/office/drawing/2014/main" id="{BFE9CEFE-AC76-53D3-2BFB-AAF1D501EAEE}"/>
              </a:ext>
            </a:extLst>
          </p:cNvPr>
          <p:cNvPicPr>
            <a:picLocks noGrp="1" noRot="1" noMove="1" noResize="1" noEditPoints="1" noAdjustHandles="1" noChangeArrowheads="1" noChangeShapeType="1" noCrop="1"/>
          </p:cNvPicPr>
          <p:nvPr userDrawn="1"/>
        </p:nvPicPr>
        <p:blipFill>
          <a:blip r:embed="rId61">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10" name="Title Placeholder 4">
            <a:extLst>
              <a:ext uri="{FF2B5EF4-FFF2-40B4-BE49-F238E27FC236}">
                <a16:creationId xmlns:a16="http://schemas.microsoft.com/office/drawing/2014/main" id="{4EBDE9B6-7E8E-ECA3-7C18-8F15D7F2CDF6}"/>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
        <p:nvSpPr>
          <p:cNvPr id="11" name="Text Placeholder 1">
            <a:extLst>
              <a:ext uri="{FF2B5EF4-FFF2-40B4-BE49-F238E27FC236}">
                <a16:creationId xmlns:a16="http://schemas.microsoft.com/office/drawing/2014/main" id="{E1DE77AD-1B56-5F52-BDCF-20F452E15E85}"/>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PL" dirty="0"/>
          </a:p>
        </p:txBody>
      </p:sp>
    </p:spTree>
    <p:extLst>
      <p:ext uri="{BB962C8B-B14F-4D97-AF65-F5344CB8AC3E}">
        <p14:creationId xmlns:p14="http://schemas.microsoft.com/office/powerpoint/2010/main" val="4053014961"/>
      </p:ext>
    </p:extLst>
  </p:cSld>
  <p:clrMap bg1="lt1" tx1="dk1" bg2="lt2" tx2="dk2" accent1="accent1" accent2="accent2" accent3="accent3" accent4="accent4" accent5="accent5" accent6="accent6" hlink="hlink" folHlink="folHlink"/>
  <p:sldLayoutIdLst>
    <p:sldLayoutId id="2147483943" r:id="rId1"/>
    <p:sldLayoutId id="2147483944" r:id="rId2"/>
    <p:sldLayoutId id="2147483946" r:id="rId3"/>
    <p:sldLayoutId id="2147483945" r:id="rId4"/>
    <p:sldLayoutId id="2147483947" r:id="rId5"/>
    <p:sldLayoutId id="2147483948" r:id="rId6"/>
    <p:sldLayoutId id="2147483949" r:id="rId7"/>
    <p:sldLayoutId id="2147483950" r:id="rId8"/>
    <p:sldLayoutId id="2147483952" r:id="rId9"/>
    <p:sldLayoutId id="2147483953" r:id="rId10"/>
    <p:sldLayoutId id="2147483954" r:id="rId11"/>
    <p:sldLayoutId id="2147483955" r:id="rId12"/>
    <p:sldLayoutId id="2147483956" r:id="rId13"/>
    <p:sldLayoutId id="2147483957" r:id="rId14"/>
    <p:sldLayoutId id="2147483958" r:id="rId15"/>
    <p:sldLayoutId id="2147483959" r:id="rId16"/>
    <p:sldLayoutId id="2147483960" r:id="rId17"/>
    <p:sldLayoutId id="2147483961" r:id="rId18"/>
    <p:sldLayoutId id="2147483962" r:id="rId19"/>
    <p:sldLayoutId id="2147483963" r:id="rId20"/>
    <p:sldLayoutId id="2147483964" r:id="rId21"/>
    <p:sldLayoutId id="2147483965" r:id="rId22"/>
    <p:sldLayoutId id="2147483966" r:id="rId23"/>
    <p:sldLayoutId id="2147483967" r:id="rId24"/>
    <p:sldLayoutId id="2147483968" r:id="rId25"/>
    <p:sldLayoutId id="2147483969" r:id="rId26"/>
    <p:sldLayoutId id="2147483970" r:id="rId27"/>
    <p:sldLayoutId id="2147483971" r:id="rId28"/>
    <p:sldLayoutId id="2147483972" r:id="rId29"/>
    <p:sldLayoutId id="2147483973" r:id="rId30"/>
    <p:sldLayoutId id="2147483974" r:id="rId31"/>
    <p:sldLayoutId id="2147483975" r:id="rId32"/>
    <p:sldLayoutId id="2147483976" r:id="rId33"/>
    <p:sldLayoutId id="2147483977" r:id="rId34"/>
    <p:sldLayoutId id="2147483978" r:id="rId35"/>
    <p:sldLayoutId id="2147483979" r:id="rId36"/>
    <p:sldLayoutId id="2147483980" r:id="rId37"/>
    <p:sldLayoutId id="2147483981" r:id="rId38"/>
    <p:sldLayoutId id="2147483982" r:id="rId39"/>
    <p:sldLayoutId id="2147483983" r:id="rId40"/>
    <p:sldLayoutId id="2147483984" r:id="rId41"/>
    <p:sldLayoutId id="2147483985" r:id="rId42"/>
    <p:sldLayoutId id="2147483986" r:id="rId43"/>
    <p:sldLayoutId id="2147483987" r:id="rId44"/>
    <p:sldLayoutId id="2147483988" r:id="rId45"/>
    <p:sldLayoutId id="2147483989" r:id="rId46"/>
    <p:sldLayoutId id="2147483990" r:id="rId47"/>
    <p:sldLayoutId id="2147483991" r:id="rId48"/>
    <p:sldLayoutId id="2147483992" r:id="rId49"/>
    <p:sldLayoutId id="2147483993" r:id="rId50"/>
    <p:sldLayoutId id="2147483994" r:id="rId51"/>
    <p:sldLayoutId id="2147483995" r:id="rId52"/>
    <p:sldLayoutId id="2147483996" r:id="rId53"/>
    <p:sldLayoutId id="2147483997" r:id="rId54"/>
    <p:sldLayoutId id="2147483998" r:id="rId55"/>
    <p:sldLayoutId id="2147483999" r:id="rId56"/>
    <p:sldLayoutId id="2147484000" r:id="rId57"/>
    <p:sldLayoutId id="2147484001" r:id="rId58"/>
    <p:sldLayoutId id="2147484002" r:id="rId59"/>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bg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2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dam.gettyimages.com/capgemini/photo-library" TargetMode="External"/><Relationship Id="rId2" Type="http://schemas.openxmlformats.org/officeDocument/2006/relationships/image" Target="../media/image17.jpeg"/><Relationship Id="rId1" Type="http://schemas.openxmlformats.org/officeDocument/2006/relationships/slideLayout" Target="../slideLayouts/slideLayout5.xml"/><Relationship Id="rId6" Type="http://schemas.openxmlformats.org/officeDocument/2006/relationships/hyperlink" Target="https://stock.adobe.com/" TargetMode="External"/><Relationship Id="rId5" Type="http://schemas.openxmlformats.org/officeDocument/2006/relationships/hyperlink" Target="https://www.shutterstock.com/" TargetMode="External"/><Relationship Id="rId4" Type="http://schemas.openxmlformats.org/officeDocument/2006/relationships/hyperlink" Target="https://www.gettyimages.co.uk/"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xml"/><Relationship Id="rId1" Type="http://schemas.openxmlformats.org/officeDocument/2006/relationships/slideLayout" Target="../slideLayouts/slideLayout4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9.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xml"/><Relationship Id="rId1" Type="http://schemas.openxmlformats.org/officeDocument/2006/relationships/slideLayout" Target="../slideLayouts/slideLayout43.xml"/></Relationships>
</file>

<file path=ppt/slides/_rels/slide14.xml.rels><?xml version="1.0" encoding="UTF-8" standalone="yes"?>
<Relationships xmlns="http://schemas.openxmlformats.org/package/2006/relationships"><Relationship Id="rId3" Type="http://schemas.openxmlformats.org/officeDocument/2006/relationships/hyperlink" Target="https://www.corribpoint.com/features" TargetMode="External"/><Relationship Id="rId2" Type="http://schemas.openxmlformats.org/officeDocument/2006/relationships/hyperlink" Target="https://www.slideteam.net/dashboard-for-monitoring-fraud-and-money-implementing-bank-transaction-monitoring.html" TargetMode="External"/><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3" Type="http://schemas.openxmlformats.org/officeDocument/2006/relationships/image" Target="../media/image24.jpeg"/><Relationship Id="rId7" Type="http://schemas.openxmlformats.org/officeDocument/2006/relationships/hyperlink" Target="https://stock.adobe.com/" TargetMode="External"/><Relationship Id="rId2" Type="http://schemas.openxmlformats.org/officeDocument/2006/relationships/notesSlide" Target="../notesSlides/notesSlide3.xml"/><Relationship Id="rId1" Type="http://schemas.openxmlformats.org/officeDocument/2006/relationships/slideLayout" Target="../slideLayouts/slideLayout16.xml"/><Relationship Id="rId6" Type="http://schemas.openxmlformats.org/officeDocument/2006/relationships/hyperlink" Target="https://www.shutterstock.com/" TargetMode="External"/><Relationship Id="rId5" Type="http://schemas.openxmlformats.org/officeDocument/2006/relationships/hyperlink" Target="https://www.gettyimages.co.uk/" TargetMode="External"/><Relationship Id="rId4" Type="http://schemas.openxmlformats.org/officeDocument/2006/relationships/hyperlink" Target="https://dam.gettyimages.com/capgemini/photo-librar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ADFCC-8C04-5E9C-C263-DEF1A5DEE2C8}"/>
            </a:ext>
          </a:extLst>
        </p:cNvPr>
        <p:cNvGrpSpPr/>
        <p:nvPr/>
      </p:nvGrpSpPr>
      <p:grpSpPr>
        <a:xfrm>
          <a:off x="0" y="0"/>
          <a:ext cx="0" cy="0"/>
          <a:chOff x="0" y="0"/>
          <a:chExt cx="0" cy="0"/>
        </a:xfrm>
      </p:grpSpPr>
      <p:pic>
        <p:nvPicPr>
          <p:cNvPr id="21" name="Picture Placeholder 20" descr="Abstract blurred lights">
            <a:extLst>
              <a:ext uri="{FF2B5EF4-FFF2-40B4-BE49-F238E27FC236}">
                <a16:creationId xmlns:a16="http://schemas.microsoft.com/office/drawing/2014/main" id="{96D65739-56B0-C049-889B-E790F7C9ACCE}"/>
              </a:ext>
              <a:ext uri="{C183D7F6-B498-43B3-948B-1728B52AA6E4}">
                <adec:decorative xmlns:adec="http://schemas.microsoft.com/office/drawing/2017/decorative" val="0"/>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a:stretch/>
        </p:blipFill>
        <p:spPr>
          <a:xfrm>
            <a:off x="180001" y="0"/>
            <a:ext cx="12011999" cy="6858000"/>
          </a:xfrm>
        </p:spPr>
      </p:pic>
      <p:sp>
        <p:nvSpPr>
          <p:cNvPr id="16" name="Title 15">
            <a:extLst>
              <a:ext uri="{FF2B5EF4-FFF2-40B4-BE49-F238E27FC236}">
                <a16:creationId xmlns:a16="http://schemas.microsoft.com/office/drawing/2014/main" id="{48D5BCFE-0BB6-7EB3-1AD7-51B0EEC674BC}"/>
              </a:ext>
            </a:extLst>
          </p:cNvPr>
          <p:cNvSpPr>
            <a:spLocks noGrp="1"/>
          </p:cNvSpPr>
          <p:nvPr>
            <p:ph type="title"/>
          </p:nvPr>
        </p:nvSpPr>
        <p:spPr>
          <a:xfrm>
            <a:off x="1335882" y="1465545"/>
            <a:ext cx="9490118" cy="1872208"/>
          </a:xfrm>
        </p:spPr>
        <p:txBody>
          <a:bodyPr/>
          <a:lstStyle/>
          <a:p>
            <a:pPr lvl="0"/>
            <a:r>
              <a:rPr lang="pl-PL" sz="7200" dirty="0">
                <a:latin typeface="Ubuntu Light" panose="020B0304030602030204" pitchFamily="34" charset="0"/>
              </a:rPr>
              <a:t>Fintech HACKATHON 2026</a:t>
            </a:r>
            <a:endParaRPr lang="en-US" sz="7200" dirty="0">
              <a:latin typeface="Ubuntu Light" panose="020B0304030602030204" pitchFamily="34" charset="0"/>
            </a:endParaRPr>
          </a:p>
        </p:txBody>
      </p:sp>
      <p:sp>
        <p:nvSpPr>
          <p:cNvPr id="18" name="Text Placeholder 17">
            <a:extLst>
              <a:ext uri="{FF2B5EF4-FFF2-40B4-BE49-F238E27FC236}">
                <a16:creationId xmlns:a16="http://schemas.microsoft.com/office/drawing/2014/main" id="{9B4BD691-B08E-6AE7-B2AB-F8883AB30D14}"/>
              </a:ext>
            </a:extLst>
          </p:cNvPr>
          <p:cNvSpPr>
            <a:spLocks noGrp="1"/>
          </p:cNvSpPr>
          <p:nvPr>
            <p:ph type="body" sz="quarter" idx="14"/>
          </p:nvPr>
        </p:nvSpPr>
        <p:spPr>
          <a:xfrm>
            <a:off x="1343472" y="3317140"/>
            <a:ext cx="6578080" cy="659722"/>
          </a:xfrm>
        </p:spPr>
        <p:txBody>
          <a:bodyPr/>
          <a:lstStyle/>
          <a:p>
            <a:r>
              <a:rPr lang="pl-PL" sz="3200" b="1" dirty="0"/>
              <a:t>Business case introduction</a:t>
            </a:r>
            <a:endParaRPr lang="en-US" sz="3200" dirty="0"/>
          </a:p>
        </p:txBody>
      </p:sp>
      <p:sp>
        <p:nvSpPr>
          <p:cNvPr id="12" name="Text Placeholder 11">
            <a:extLst>
              <a:ext uri="{FF2B5EF4-FFF2-40B4-BE49-F238E27FC236}">
                <a16:creationId xmlns:a16="http://schemas.microsoft.com/office/drawing/2014/main" id="{C2C519EB-A9E6-ECA3-40F7-D34844931E7D}"/>
              </a:ext>
            </a:extLst>
          </p:cNvPr>
          <p:cNvSpPr>
            <a:spLocks noGrp="1"/>
          </p:cNvSpPr>
          <p:nvPr>
            <p:ph type="body" sz="quarter" idx="15"/>
          </p:nvPr>
        </p:nvSpPr>
        <p:spPr/>
        <p:txBody>
          <a:bodyPr/>
          <a:lstStyle/>
          <a:p>
            <a:r>
              <a:rPr lang="pl-PL" b="1" dirty="0">
                <a:solidFill>
                  <a:srgbClr val="FFFFFF"/>
                </a:solidFill>
                <a:latin typeface="Ubuntu" panose="020B0504030602030204" pitchFamily="34" charset="0"/>
              </a:rPr>
              <a:t>Dorota Grzybowska</a:t>
            </a:r>
            <a:r>
              <a:rPr lang="en-US" b="1" dirty="0">
                <a:solidFill>
                  <a:srgbClr val="FFFFFF"/>
                </a:solidFill>
                <a:latin typeface="Ubuntu" panose="020B0504030602030204" pitchFamily="34" charset="0"/>
              </a:rPr>
              <a:t>, </a:t>
            </a:r>
            <a:r>
              <a:rPr lang="pl-PL" b="1" dirty="0">
                <a:solidFill>
                  <a:srgbClr val="FFFFFF"/>
                </a:solidFill>
                <a:latin typeface="Ubuntu" panose="020B0504030602030204" pitchFamily="34" charset="0"/>
              </a:rPr>
              <a:t>Wrocław, 17.01.2026</a:t>
            </a:r>
            <a:endParaRPr lang="en-US" dirty="0">
              <a:solidFill>
                <a:srgbClr val="FFFFFF"/>
              </a:solidFill>
              <a:latin typeface="Ubuntu" panose="020B0504030602030204" pitchFamily="34" charset="0"/>
            </a:endParaRPr>
          </a:p>
          <a:p>
            <a:endParaRPr lang="en-US" dirty="0"/>
          </a:p>
        </p:txBody>
      </p:sp>
      <p:grpSp>
        <p:nvGrpSpPr>
          <p:cNvPr id="2" name="Group 2" descr="Capgemini logo">
            <a:extLst>
              <a:ext uri="{FF2B5EF4-FFF2-40B4-BE49-F238E27FC236}">
                <a16:creationId xmlns:a16="http://schemas.microsoft.com/office/drawing/2014/main" id="{6C6A9DED-140F-29CD-55C0-F2591FE5D21B}"/>
              </a:ext>
              <a:ext uri="{C183D7F6-B498-43B3-948B-1728B52AA6E4}">
                <adec:decorative xmlns:adec="http://schemas.microsoft.com/office/drawing/2017/decorative" val="0"/>
              </a:ext>
            </a:extLst>
          </p:cNvPr>
          <p:cNvGrpSpPr>
            <a:grpSpLocks noChangeAspect="1"/>
          </p:cNvGrpSpPr>
          <p:nvPr/>
        </p:nvGrpSpPr>
        <p:grpSpPr>
          <a:xfrm>
            <a:off x="9925757" y="6118100"/>
            <a:ext cx="1872000" cy="420870"/>
            <a:chOff x="5094083" y="5360390"/>
            <a:chExt cx="3039349" cy="683316"/>
          </a:xfrm>
        </p:grpSpPr>
        <p:sp>
          <p:nvSpPr>
            <p:cNvPr id="6" name="Freeform: Shape 4">
              <a:extLst>
                <a:ext uri="{FF2B5EF4-FFF2-40B4-BE49-F238E27FC236}">
                  <a16:creationId xmlns:a16="http://schemas.microsoft.com/office/drawing/2014/main" id="{C3413FD8-2FAC-83E9-2A3A-3EF4151EED3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6F6F6"/>
                </a:solidFill>
                <a:effectLst/>
                <a:uLnTx/>
                <a:uFillTx/>
                <a:latin typeface="Ubuntu"/>
                <a:ea typeface="+mn-ea"/>
                <a:cs typeface="+mn-cs"/>
              </a:endParaRPr>
            </a:p>
          </p:txBody>
        </p:sp>
        <p:sp>
          <p:nvSpPr>
            <p:cNvPr id="7" name="Freeform: Shape 5">
              <a:extLst>
                <a:ext uri="{FF2B5EF4-FFF2-40B4-BE49-F238E27FC236}">
                  <a16:creationId xmlns:a16="http://schemas.microsoft.com/office/drawing/2014/main" id="{83D694C4-D77F-8359-8F95-0588167E77BF}"/>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6F6F6"/>
                </a:solidFill>
                <a:effectLst/>
                <a:uLnTx/>
                <a:uFillTx/>
                <a:latin typeface="Ubuntu"/>
                <a:ea typeface="+mn-ea"/>
                <a:cs typeface="+mn-cs"/>
              </a:endParaRPr>
            </a:p>
          </p:txBody>
        </p:sp>
        <p:sp>
          <p:nvSpPr>
            <p:cNvPr id="8" name="Freeform: Shape 6">
              <a:extLst>
                <a:ext uri="{FF2B5EF4-FFF2-40B4-BE49-F238E27FC236}">
                  <a16:creationId xmlns:a16="http://schemas.microsoft.com/office/drawing/2014/main" id="{EC253FEF-4086-4F84-CD61-F7827A50C66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6F6F6"/>
                </a:solidFill>
                <a:effectLst/>
                <a:uLnTx/>
                <a:uFillTx/>
                <a:latin typeface="Ubuntu"/>
                <a:ea typeface="+mn-ea"/>
                <a:cs typeface="+mn-cs"/>
              </a:endParaRPr>
            </a:p>
          </p:txBody>
        </p:sp>
        <p:sp>
          <p:nvSpPr>
            <p:cNvPr id="9" name="Freeform: Shape 7">
              <a:extLst>
                <a:ext uri="{FF2B5EF4-FFF2-40B4-BE49-F238E27FC236}">
                  <a16:creationId xmlns:a16="http://schemas.microsoft.com/office/drawing/2014/main" id="{7E45C780-FEA0-12CB-0D24-FC520E2FBE6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6F6F6"/>
                </a:solidFill>
                <a:effectLst/>
                <a:uLnTx/>
                <a:uFillTx/>
                <a:latin typeface="Ubuntu"/>
                <a:ea typeface="+mn-ea"/>
                <a:cs typeface="+mn-cs"/>
              </a:endParaRPr>
            </a:p>
          </p:txBody>
        </p:sp>
        <p:sp>
          <p:nvSpPr>
            <p:cNvPr id="10" name="Freeform: Shape 8">
              <a:extLst>
                <a:ext uri="{FF2B5EF4-FFF2-40B4-BE49-F238E27FC236}">
                  <a16:creationId xmlns:a16="http://schemas.microsoft.com/office/drawing/2014/main" id="{92EBCD22-E0C4-8E7D-C2A7-064E6BC5638D}"/>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6F6F6"/>
                </a:solidFill>
                <a:effectLst/>
                <a:uLnTx/>
                <a:uFillTx/>
                <a:latin typeface="Ubuntu"/>
                <a:ea typeface="+mn-ea"/>
                <a:cs typeface="+mn-cs"/>
              </a:endParaRPr>
            </a:p>
          </p:txBody>
        </p:sp>
      </p:grpSp>
      <p:sp>
        <p:nvSpPr>
          <p:cNvPr id="4" name="Speech Bubble: Rectangle with Corners Rounded 4">
            <a:extLst>
              <a:ext uri="{FF2B5EF4-FFF2-40B4-BE49-F238E27FC236}">
                <a16:creationId xmlns:a16="http://schemas.microsoft.com/office/drawing/2014/main" id="{41B29930-9D88-CCCE-1F63-1A85FC7C7AC2}"/>
              </a:ext>
              <a:ext uri="{C183D7F6-B498-43B3-948B-1728B52AA6E4}">
                <adec:decorative xmlns:adec="http://schemas.microsoft.com/office/drawing/2017/decorative" val="1"/>
              </a:ext>
            </a:extLst>
          </p:cNvPr>
          <p:cNvSpPr/>
          <p:nvPr/>
        </p:nvSpPr>
        <p:spPr>
          <a:xfrm>
            <a:off x="12443989" y="0"/>
            <a:ext cx="3427824" cy="3856133"/>
          </a:xfrm>
          <a:prstGeom prst="rect">
            <a:avLst/>
          </a:prstGeom>
          <a:solidFill>
            <a:srgbClr val="FFFF00"/>
          </a:solidFill>
          <a:ln w="12700" cap="flat" cmpd="sng" algn="ctr">
            <a:noFill/>
            <a:prstDash val="solid"/>
            <a:miter lim="800000"/>
          </a:ln>
          <a:effectLst/>
        </p:spPr>
        <p:txBody>
          <a:bodyPr lIns="180000" tIns="180000" rIns="18000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Ubuntu"/>
                <a:ea typeface="+mn-ea"/>
                <a:cs typeface="+mn-cs"/>
              </a:rPr>
              <a:t>Cover design</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Ubuntu"/>
                <a:ea typeface="+mn-ea"/>
                <a:cs typeface="+mn-cs"/>
              </a:rPr>
              <a:t>These slide designs and messages are </a:t>
            </a:r>
            <a:r>
              <a:rPr kumimoji="0" lang="en-US" sz="1000" b="1" i="0" u="none" strike="noStrike" kern="1200" cap="none" spc="0" normalizeH="0" baseline="0" noProof="0" dirty="0">
                <a:ln>
                  <a:noFill/>
                </a:ln>
                <a:solidFill>
                  <a:srgbClr val="000000"/>
                </a:solidFill>
                <a:effectLst/>
                <a:uLnTx/>
                <a:uFillTx/>
                <a:latin typeface="Ubuntu"/>
                <a:ea typeface="+mn-ea"/>
                <a:cs typeface="+mn-cs"/>
              </a:rPr>
              <a:t>inspirational only</a:t>
            </a:r>
            <a:r>
              <a:rPr kumimoji="0" lang="en-US" sz="1000" b="0" i="0" u="none" strike="noStrike" kern="1200" cap="none" spc="0" normalizeH="0" baseline="0" noProof="0" dirty="0">
                <a:ln>
                  <a:noFill/>
                </a:ln>
                <a:solidFill>
                  <a:srgbClr val="000000"/>
                </a:solidFill>
                <a:effectLst/>
                <a:uLnTx/>
                <a:uFillTx/>
                <a:latin typeface="Ubuntu"/>
                <a:ea typeface="+mn-ea"/>
                <a:cs typeface="+mn-cs"/>
              </a:rPr>
              <a:t>. Please modify text boxes and positioning as needed based on the message and overall composition. Always consider the legibility and contrast of copy and content for maximum usability.</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dirty="0">
                <a:ln>
                  <a:noFill/>
                </a:ln>
                <a:solidFill>
                  <a:srgbClr val="000000"/>
                </a:solidFill>
                <a:effectLst/>
                <a:uLnTx/>
                <a:uFillTx/>
                <a:latin typeface="Ubuntu"/>
                <a:ea typeface="+mn-ea"/>
                <a:cs typeface="+mn-cs"/>
              </a:rPr>
              <a:t>Any and all photography in these designs is given as an example. While you can use them, it’s better to </a:t>
            </a:r>
            <a:r>
              <a:rPr kumimoji="0" lang="en-US" sz="1000" b="1" i="0" u="none" strike="noStrike" kern="1200" cap="none" spc="0" normalizeH="0" baseline="0" noProof="0" dirty="0">
                <a:ln>
                  <a:noFill/>
                </a:ln>
                <a:solidFill>
                  <a:srgbClr val="000000"/>
                </a:solidFill>
                <a:effectLst/>
                <a:uLnTx/>
                <a:uFillTx/>
                <a:latin typeface="Ubuntu"/>
                <a:ea typeface="+mn-ea"/>
                <a:cs typeface="+mn-cs"/>
              </a:rPr>
              <a:t>change the photography</a:t>
            </a:r>
            <a:r>
              <a:rPr kumimoji="0" lang="en-US" sz="1000" b="0" i="0" u="none" strike="noStrike" kern="1200" cap="none" spc="0" normalizeH="0" baseline="0" noProof="0" dirty="0">
                <a:ln>
                  <a:noFill/>
                </a:ln>
                <a:solidFill>
                  <a:srgbClr val="000000"/>
                </a:solidFill>
                <a:effectLst/>
                <a:uLnTx/>
                <a:uFillTx/>
                <a:latin typeface="Ubuntu"/>
                <a:ea typeface="+mn-ea"/>
                <a:cs typeface="+mn-cs"/>
              </a:rPr>
              <a:t> to match your content.</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dirty="0">
                <a:ln>
                  <a:noFill/>
                </a:ln>
                <a:solidFill>
                  <a:srgbClr val="000000"/>
                </a:solidFill>
                <a:effectLst/>
                <a:uLnTx/>
                <a:uFillTx/>
                <a:latin typeface="Ubuntu"/>
                <a:ea typeface="+mn-ea"/>
                <a:cs typeface="+mn-cs"/>
              </a:rPr>
              <a:t>To do so, right click on the picture or placeholder to change/insert a photo. </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dirty="0">
                <a:ln>
                  <a:noFill/>
                </a:ln>
                <a:solidFill>
                  <a:srgbClr val="000000"/>
                </a:solidFill>
                <a:effectLst/>
                <a:uLnTx/>
                <a:uFillTx/>
                <a:latin typeface="Ubuntu"/>
                <a:ea typeface="+mn-ea"/>
                <a:cs typeface="+mn-cs"/>
              </a:rPr>
              <a:t>Where to find photography:</a:t>
            </a:r>
          </a:p>
          <a:p>
            <a:pPr marL="180975" marR="0" lvl="0"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Ubuntu"/>
                <a:ea typeface="+mn-ea"/>
                <a:cs typeface="+mn-cs"/>
                <a:hlinkClick r:id="rId3">
                  <a:extLst>
                    <a:ext uri="{A12FA001-AC4F-418D-AE19-62706E023703}">
                      <ahyp:hlinkClr xmlns:ahyp="http://schemas.microsoft.com/office/drawing/2018/hyperlinkcolor" val="tx"/>
                    </a:ext>
                  </a:extLst>
                </a:hlinkClick>
              </a:rPr>
              <a:t>Photo library</a:t>
            </a:r>
            <a:endParaRPr kumimoji="0" lang="en-US" sz="1000" b="0" i="0" u="none" strike="noStrike" kern="1200" cap="none" spc="0" normalizeH="0" baseline="0" noProof="0" dirty="0">
              <a:ln>
                <a:noFill/>
              </a:ln>
              <a:solidFill>
                <a:srgbClr val="000000"/>
              </a:solidFill>
              <a:effectLst/>
              <a:uLnTx/>
              <a:uFillTx/>
              <a:latin typeface="Ubuntu"/>
              <a:ea typeface="+mn-ea"/>
              <a:cs typeface="+mn-cs"/>
            </a:endParaRPr>
          </a:p>
          <a:p>
            <a:pPr marL="180975" marR="0" lvl="0"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Ubuntu"/>
                <a:ea typeface="+mn-ea"/>
                <a:cs typeface="+mn-cs"/>
                <a:hlinkClick r:id="rId4">
                  <a:extLst>
                    <a:ext uri="{A12FA001-AC4F-418D-AE19-62706E023703}">
                      <ahyp:hlinkClr xmlns:ahyp="http://schemas.microsoft.com/office/drawing/2018/hyperlinkcolor" val="tx"/>
                    </a:ext>
                  </a:extLst>
                </a:hlinkClick>
              </a:rPr>
              <a:t>Getty images</a:t>
            </a:r>
            <a:r>
              <a:rPr kumimoji="0" lang="en-US" sz="1000" b="0" i="0" u="none" strike="noStrike" kern="1200" cap="none" spc="0" normalizeH="0" baseline="0" noProof="0" dirty="0">
                <a:ln>
                  <a:noFill/>
                </a:ln>
                <a:solidFill>
                  <a:srgbClr val="000000"/>
                </a:solidFill>
                <a:effectLst/>
                <a:uLnTx/>
                <a:uFillTx/>
                <a:latin typeface="Ubuntu"/>
                <a:ea typeface="+mn-ea"/>
                <a:cs typeface="+mn-cs"/>
              </a:rPr>
              <a:t> (Recommended), </a:t>
            </a:r>
            <a:r>
              <a:rPr kumimoji="0" lang="en-US" sz="1000" b="0" i="0" u="none" strike="noStrike" kern="1200" cap="none" spc="0" normalizeH="0" baseline="0" noProof="0" dirty="0">
                <a:ln>
                  <a:noFill/>
                </a:ln>
                <a:solidFill>
                  <a:srgbClr val="000000"/>
                </a:solidFill>
                <a:effectLst/>
                <a:uLnTx/>
                <a:uFillTx/>
                <a:latin typeface="Ubuntu"/>
                <a:ea typeface="+mn-ea"/>
                <a:cs typeface="+mn-cs"/>
                <a:hlinkClick r:id="rId5">
                  <a:extLst>
                    <a:ext uri="{A12FA001-AC4F-418D-AE19-62706E023703}">
                      <ahyp:hlinkClr xmlns:ahyp="http://schemas.microsoft.com/office/drawing/2018/hyperlinkcolor" val="tx"/>
                    </a:ext>
                  </a:extLst>
                </a:hlinkClick>
              </a:rPr>
              <a:t>Shutterstock</a:t>
            </a:r>
            <a:r>
              <a:rPr kumimoji="0" lang="en-US" sz="1000" b="0" i="0" u="none" strike="noStrike" kern="1200" cap="none" spc="0" normalizeH="0" baseline="0" noProof="0" dirty="0">
                <a:ln>
                  <a:noFill/>
                </a:ln>
                <a:solidFill>
                  <a:srgbClr val="000000"/>
                </a:solidFill>
                <a:effectLst/>
                <a:uLnTx/>
                <a:uFillTx/>
                <a:latin typeface="Ubuntu"/>
                <a:ea typeface="+mn-ea"/>
                <a:cs typeface="+mn-cs"/>
              </a:rPr>
              <a:t>, </a:t>
            </a:r>
            <a:r>
              <a:rPr kumimoji="0" lang="en-US" sz="1000" b="0" i="0" u="none" strike="noStrike" kern="1200" cap="none" spc="0" normalizeH="0" baseline="0" noProof="0" dirty="0">
                <a:ln>
                  <a:noFill/>
                </a:ln>
                <a:solidFill>
                  <a:srgbClr val="000000"/>
                </a:solidFill>
                <a:effectLst/>
                <a:uLnTx/>
                <a:uFillTx/>
                <a:latin typeface="Ubuntu"/>
                <a:ea typeface="+mn-ea"/>
                <a:cs typeface="+mn-cs"/>
                <a:hlinkClick r:id="rId6">
                  <a:extLst>
                    <a:ext uri="{A12FA001-AC4F-418D-AE19-62706E023703}">
                      <ahyp:hlinkClr xmlns:ahyp="http://schemas.microsoft.com/office/drawing/2018/hyperlinkcolor" val="tx"/>
                    </a:ext>
                  </a:extLst>
                </a:hlinkClick>
              </a:rPr>
              <a:t>Adobe images</a:t>
            </a:r>
            <a:r>
              <a:rPr kumimoji="0" lang="en-US" sz="1000" b="0" i="0" u="none" strike="noStrike" kern="1200" cap="none" spc="0" normalizeH="0" baseline="0" noProof="0" dirty="0">
                <a:ln>
                  <a:noFill/>
                </a:ln>
                <a:solidFill>
                  <a:srgbClr val="000000"/>
                </a:solidFill>
                <a:effectLst/>
                <a:uLnTx/>
                <a:uFillTx/>
                <a:latin typeface="Ubuntu"/>
                <a:ea typeface="+mn-ea"/>
                <a:cs typeface="+mn-cs"/>
              </a:rPr>
              <a:t> (check with your M&amp;C design team):</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Ubuntu"/>
                <a:ea typeface="+mn-ea"/>
                <a:cs typeface="+mn-cs"/>
              </a:rPr>
              <a:t>Further cover examples and inspiration </a:t>
            </a:r>
            <a:r>
              <a:rPr kumimoji="0" lang="en-US" sz="1000" b="0" i="0" u="none" strike="noStrike" kern="1200" cap="none" spc="0" normalizeH="0" baseline="0" noProof="0" dirty="0">
                <a:ln>
                  <a:noFill/>
                </a:ln>
                <a:solidFill>
                  <a:srgbClr val="000000"/>
                </a:solidFill>
                <a:effectLst/>
                <a:uLnTx/>
                <a:uFillTx/>
                <a:latin typeface="Ubuntu"/>
                <a:ea typeface="+mn-ea"/>
                <a:cs typeface="+mn-cs"/>
              </a:rPr>
              <a:t>are available in Extras file in your </a:t>
            </a:r>
            <a:r>
              <a:rPr kumimoji="0" lang="en-US" sz="1000" b="0" i="0" u="none" strike="noStrike" kern="1200" cap="none" spc="0" normalizeH="0" baseline="0" noProof="0" dirty="0" err="1">
                <a:ln>
                  <a:noFill/>
                </a:ln>
                <a:solidFill>
                  <a:srgbClr val="000000"/>
                </a:solidFill>
                <a:effectLst/>
                <a:uLnTx/>
                <a:uFillTx/>
                <a:latin typeface="Ubuntu"/>
                <a:ea typeface="+mn-ea"/>
                <a:cs typeface="+mn-cs"/>
              </a:rPr>
              <a:t>Powerpoint</a:t>
            </a:r>
            <a:br>
              <a:rPr kumimoji="0" lang="en-US" sz="1000" b="0" i="0" u="none" strike="noStrike" kern="1200" cap="none" spc="0" normalizeH="0" baseline="0" noProof="0" dirty="0">
                <a:ln>
                  <a:noFill/>
                </a:ln>
                <a:solidFill>
                  <a:srgbClr val="000000"/>
                </a:solidFill>
                <a:effectLst/>
                <a:uLnTx/>
                <a:uFillTx/>
                <a:latin typeface="Ubuntu"/>
                <a:ea typeface="+mn-ea"/>
                <a:cs typeface="+mn-cs"/>
              </a:rPr>
            </a:br>
            <a:r>
              <a:rPr kumimoji="0" lang="en-US" sz="1000" b="0" i="0" u="none" strike="noStrike" kern="1200" cap="none" spc="0" normalizeH="0" baseline="0" noProof="0" dirty="0">
                <a:ln>
                  <a:noFill/>
                </a:ln>
                <a:solidFill>
                  <a:srgbClr val="000000"/>
                </a:solidFill>
                <a:effectLst/>
                <a:uLnTx/>
                <a:uFillTx/>
                <a:latin typeface="Ubuntu"/>
                <a:ea typeface="+mn-ea"/>
                <a:cs typeface="+mn-cs"/>
              </a:rPr>
              <a:t> -&gt; File -&gt; New from template…</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382088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AF7AE-6BA5-00C2-1CC0-91E2794766DC}"/>
            </a:ext>
          </a:extLst>
        </p:cNvPr>
        <p:cNvGrpSpPr/>
        <p:nvPr/>
      </p:nvGrpSpPr>
      <p:grpSpPr>
        <a:xfrm>
          <a:off x="0" y="0"/>
          <a:ext cx="0" cy="0"/>
          <a:chOff x="0" y="0"/>
          <a:chExt cx="0" cy="0"/>
        </a:xfrm>
      </p:grpSpPr>
      <p:sp>
        <p:nvSpPr>
          <p:cNvPr id="48" name="Text Placeholder 47">
            <a:extLst>
              <a:ext uri="{FF2B5EF4-FFF2-40B4-BE49-F238E27FC236}">
                <a16:creationId xmlns:a16="http://schemas.microsoft.com/office/drawing/2014/main" id="{105066E8-E4A6-F31D-9A64-78B845C0B116}"/>
              </a:ext>
            </a:extLst>
          </p:cNvPr>
          <p:cNvSpPr>
            <a:spLocks noGrp="1"/>
          </p:cNvSpPr>
          <p:nvPr>
            <p:ph type="body" sz="quarter" idx="24"/>
          </p:nvPr>
        </p:nvSpPr>
        <p:spPr>
          <a:xfrm>
            <a:off x="2207567" y="1628775"/>
            <a:ext cx="9433569" cy="369332"/>
          </a:xfrm>
        </p:spPr>
        <p:txBody>
          <a:bodyPr/>
          <a:lstStyle/>
          <a:p>
            <a:r>
              <a:rPr lang="pl-PL" dirty="0"/>
              <a:t>Bussiness case introduction</a:t>
            </a:r>
            <a:endParaRPr lang="en-US" dirty="0"/>
          </a:p>
        </p:txBody>
      </p:sp>
      <p:sp>
        <p:nvSpPr>
          <p:cNvPr id="49" name="Text Placeholder 48">
            <a:extLst>
              <a:ext uri="{FF2B5EF4-FFF2-40B4-BE49-F238E27FC236}">
                <a16:creationId xmlns:a16="http://schemas.microsoft.com/office/drawing/2014/main" id="{892F2D8E-BA7B-3261-8E1F-A93F91F9EEAE}"/>
              </a:ext>
            </a:extLst>
          </p:cNvPr>
          <p:cNvSpPr>
            <a:spLocks noGrp="1"/>
          </p:cNvSpPr>
          <p:nvPr>
            <p:ph type="body" sz="quarter" idx="25"/>
          </p:nvPr>
        </p:nvSpPr>
        <p:spPr>
          <a:xfrm>
            <a:off x="2207567" y="2221388"/>
            <a:ext cx="9433569" cy="369332"/>
          </a:xfrm>
        </p:spPr>
        <p:txBody>
          <a:bodyPr/>
          <a:lstStyle/>
          <a:p>
            <a:r>
              <a:rPr lang="pl-PL" dirty="0"/>
              <a:t>Hackathon goal and Overview</a:t>
            </a:r>
            <a:endParaRPr lang="en-US" dirty="0"/>
          </a:p>
        </p:txBody>
      </p:sp>
      <p:sp>
        <p:nvSpPr>
          <p:cNvPr id="58" name="Text Placeholder 57">
            <a:extLst>
              <a:ext uri="{FF2B5EF4-FFF2-40B4-BE49-F238E27FC236}">
                <a16:creationId xmlns:a16="http://schemas.microsoft.com/office/drawing/2014/main" id="{4167728D-ECD0-AE8E-EC3C-6B9F804A30D6}"/>
              </a:ext>
            </a:extLst>
          </p:cNvPr>
          <p:cNvSpPr>
            <a:spLocks noGrp="1"/>
          </p:cNvSpPr>
          <p:nvPr>
            <p:ph type="body" sz="quarter" idx="26"/>
          </p:nvPr>
        </p:nvSpPr>
        <p:spPr/>
        <p:txBody>
          <a:bodyPr/>
          <a:lstStyle/>
          <a:p>
            <a:r>
              <a:rPr lang="pl-PL" dirty="0"/>
              <a:t>Inputs</a:t>
            </a:r>
            <a:endParaRPr lang="en-US" dirty="0"/>
          </a:p>
        </p:txBody>
      </p:sp>
      <p:sp>
        <p:nvSpPr>
          <p:cNvPr id="51" name="Text Placeholder 50">
            <a:extLst>
              <a:ext uri="{FF2B5EF4-FFF2-40B4-BE49-F238E27FC236}">
                <a16:creationId xmlns:a16="http://schemas.microsoft.com/office/drawing/2014/main" id="{DA498A2D-BE84-D390-DC49-C1FBAC80B091}"/>
              </a:ext>
            </a:extLst>
          </p:cNvPr>
          <p:cNvSpPr>
            <a:spLocks noGrp="1"/>
          </p:cNvSpPr>
          <p:nvPr>
            <p:ph type="body" sz="quarter" idx="27"/>
          </p:nvPr>
        </p:nvSpPr>
        <p:spPr>
          <a:xfrm>
            <a:off x="1492499" y="1628775"/>
            <a:ext cx="335980" cy="369888"/>
          </a:xfrm>
        </p:spPr>
        <p:txBody>
          <a:bodyPr/>
          <a:lstStyle/>
          <a:p>
            <a:r>
              <a:rPr lang="en-US" dirty="0"/>
              <a:t>01</a:t>
            </a:r>
          </a:p>
        </p:txBody>
      </p:sp>
      <p:sp>
        <p:nvSpPr>
          <p:cNvPr id="52" name="Text Placeholder 51">
            <a:extLst>
              <a:ext uri="{FF2B5EF4-FFF2-40B4-BE49-F238E27FC236}">
                <a16:creationId xmlns:a16="http://schemas.microsoft.com/office/drawing/2014/main" id="{41FDED2D-912A-9962-7F73-E3E845014644}"/>
              </a:ext>
            </a:extLst>
          </p:cNvPr>
          <p:cNvSpPr>
            <a:spLocks noGrp="1"/>
          </p:cNvSpPr>
          <p:nvPr>
            <p:ph type="body" sz="quarter" idx="28"/>
          </p:nvPr>
        </p:nvSpPr>
        <p:spPr>
          <a:xfrm>
            <a:off x="1492499" y="2221388"/>
            <a:ext cx="335980" cy="369888"/>
          </a:xfrm>
        </p:spPr>
        <p:txBody>
          <a:bodyPr/>
          <a:lstStyle/>
          <a:p>
            <a:r>
              <a:rPr lang="en-US" dirty="0"/>
              <a:t>02</a:t>
            </a:r>
          </a:p>
        </p:txBody>
      </p:sp>
      <p:sp>
        <p:nvSpPr>
          <p:cNvPr id="59" name="Text Placeholder 58">
            <a:extLst>
              <a:ext uri="{FF2B5EF4-FFF2-40B4-BE49-F238E27FC236}">
                <a16:creationId xmlns:a16="http://schemas.microsoft.com/office/drawing/2014/main" id="{307ABCAD-3DCA-1856-EDDF-B84EDCACB2A4}"/>
              </a:ext>
            </a:extLst>
          </p:cNvPr>
          <p:cNvSpPr>
            <a:spLocks noGrp="1"/>
          </p:cNvSpPr>
          <p:nvPr>
            <p:ph type="body" sz="quarter" idx="29"/>
          </p:nvPr>
        </p:nvSpPr>
        <p:spPr/>
        <p:txBody>
          <a:bodyPr/>
          <a:lstStyle/>
          <a:p>
            <a:r>
              <a:rPr lang="pl-PL" dirty="0"/>
              <a:t>03</a:t>
            </a:r>
          </a:p>
          <a:p>
            <a:endParaRPr lang="en-US" dirty="0"/>
          </a:p>
        </p:txBody>
      </p:sp>
      <p:sp>
        <p:nvSpPr>
          <p:cNvPr id="60" name="Text Placeholder 59">
            <a:extLst>
              <a:ext uri="{FF2B5EF4-FFF2-40B4-BE49-F238E27FC236}">
                <a16:creationId xmlns:a16="http://schemas.microsoft.com/office/drawing/2014/main" id="{EFC1B81B-1873-3B05-2C85-A206F70C2475}"/>
              </a:ext>
            </a:extLst>
          </p:cNvPr>
          <p:cNvSpPr>
            <a:spLocks noGrp="1"/>
          </p:cNvSpPr>
          <p:nvPr>
            <p:ph type="body" sz="quarter" idx="30"/>
          </p:nvPr>
        </p:nvSpPr>
        <p:spPr/>
        <p:txBody>
          <a:bodyPr/>
          <a:lstStyle/>
          <a:p>
            <a:r>
              <a:rPr lang="pl-PL" dirty="0"/>
              <a:t>Output</a:t>
            </a:r>
            <a:endParaRPr lang="en-US" dirty="0"/>
          </a:p>
        </p:txBody>
      </p:sp>
      <p:sp>
        <p:nvSpPr>
          <p:cNvPr id="63" name="Text Placeholder 62">
            <a:extLst>
              <a:ext uri="{FF2B5EF4-FFF2-40B4-BE49-F238E27FC236}">
                <a16:creationId xmlns:a16="http://schemas.microsoft.com/office/drawing/2014/main" id="{11789331-F7DC-E144-880F-234DEB805937}"/>
              </a:ext>
            </a:extLst>
          </p:cNvPr>
          <p:cNvSpPr>
            <a:spLocks noGrp="1"/>
          </p:cNvSpPr>
          <p:nvPr>
            <p:ph type="body" sz="quarter" idx="33"/>
          </p:nvPr>
        </p:nvSpPr>
        <p:spPr/>
        <p:txBody>
          <a:bodyPr/>
          <a:lstStyle/>
          <a:p>
            <a:r>
              <a:rPr lang="pl-PL" dirty="0"/>
              <a:t>04</a:t>
            </a:r>
          </a:p>
          <a:p>
            <a:endParaRPr lang="en-US" dirty="0"/>
          </a:p>
        </p:txBody>
      </p:sp>
      <p:sp>
        <p:nvSpPr>
          <p:cNvPr id="2" name="Title 1">
            <a:extLst>
              <a:ext uri="{FF2B5EF4-FFF2-40B4-BE49-F238E27FC236}">
                <a16:creationId xmlns:a16="http://schemas.microsoft.com/office/drawing/2014/main" id="{1A2EF9D5-4DE8-846C-38E9-C088756D53DC}"/>
              </a:ext>
            </a:extLst>
          </p:cNvPr>
          <p:cNvSpPr>
            <a:spLocks noGrp="1"/>
          </p:cNvSpPr>
          <p:nvPr>
            <p:ph type="title"/>
          </p:nvPr>
        </p:nvSpPr>
        <p:spPr>
          <a:xfrm>
            <a:off x="1492498" y="549274"/>
            <a:ext cx="10148637" cy="930372"/>
          </a:xfrm>
        </p:spPr>
        <p:txBody>
          <a:bodyPr/>
          <a:lstStyle/>
          <a:p>
            <a:r>
              <a:rPr lang="en-US" dirty="0"/>
              <a:t>Agenda </a:t>
            </a:r>
            <a:br>
              <a:rPr lang="en-US" dirty="0"/>
            </a:br>
            <a:endParaRPr lang="en-US" dirty="0"/>
          </a:p>
        </p:txBody>
      </p:sp>
      <p:sp>
        <p:nvSpPr>
          <p:cNvPr id="72" name="Date Placeholder 71">
            <a:extLst>
              <a:ext uri="{FF2B5EF4-FFF2-40B4-BE49-F238E27FC236}">
                <a16:creationId xmlns:a16="http://schemas.microsoft.com/office/drawing/2014/main" id="{D6F911AB-4F8F-E7C2-0128-846AFA9ABF47}"/>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73" name="Footer Placeholder 72">
            <a:extLst>
              <a:ext uri="{FF2B5EF4-FFF2-40B4-BE49-F238E27FC236}">
                <a16:creationId xmlns:a16="http://schemas.microsoft.com/office/drawing/2014/main" id="{3EE2846B-8C6F-7B35-7312-A21D24E9794E}"/>
              </a:ext>
            </a:extLst>
          </p:cNvPr>
          <p:cNvSpPr>
            <a:spLocks noGrp="1"/>
          </p:cNvSpPr>
          <p:nvPr>
            <p:ph type="ftr" sz="quarter" idx="37"/>
          </p:nvPr>
        </p:nvSpPr>
        <p:spPr/>
        <p:txBody>
          <a:bodyPr/>
          <a:lstStyle/>
          <a:p>
            <a:pPr>
              <a:spcBef>
                <a:spcPts val="1000"/>
              </a:spcBef>
              <a:buFont typeface="Arial" panose="020B0604020202020204" pitchFamily="34" charset="0"/>
              <a:buNone/>
            </a:pPr>
            <a:r>
              <a:rPr lang="en-US" dirty="0"/>
              <a:t>Presentation Title | Author | Date</a:t>
            </a:r>
          </a:p>
        </p:txBody>
      </p:sp>
      <p:sp>
        <p:nvSpPr>
          <p:cNvPr id="74" name="Slide Number Placeholder 73">
            <a:extLst>
              <a:ext uri="{FF2B5EF4-FFF2-40B4-BE49-F238E27FC236}">
                <a16:creationId xmlns:a16="http://schemas.microsoft.com/office/drawing/2014/main" id="{F906901C-D659-1404-E087-16596B5DD998}"/>
              </a:ext>
            </a:extLst>
          </p:cNvPr>
          <p:cNvSpPr>
            <a:spLocks noGrp="1"/>
          </p:cNvSpPr>
          <p:nvPr>
            <p:ph type="sldNum" sz="quarter" idx="38"/>
          </p:nvPr>
        </p:nvSpPr>
        <p:spPr/>
        <p:txBody>
          <a:bodyPr/>
          <a:lstStyle/>
          <a:p>
            <a:pPr algn="r"/>
            <a:fld id="{5D9A5160-6218-4E5A-B9E6-B93E3DAE377C}" type="slidenum">
              <a:rPr lang="en-US" smtClean="0"/>
              <a:pPr algn="r"/>
              <a:t>2</a:t>
            </a:fld>
            <a:endParaRPr lang="en-US" dirty="0"/>
          </a:p>
        </p:txBody>
      </p:sp>
    </p:spTree>
    <p:extLst>
      <p:ext uri="{BB962C8B-B14F-4D97-AF65-F5344CB8AC3E}">
        <p14:creationId xmlns:p14="http://schemas.microsoft.com/office/powerpoint/2010/main" val="1522942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9880D658-6E15-BB29-9AC5-DC3524E5D747}"/>
              </a:ext>
            </a:extLst>
          </p:cNvPr>
          <p:cNvSpPr>
            <a:spLocks noGrp="1"/>
          </p:cNvSpPr>
          <p:nvPr>
            <p:ph type="body" sz="quarter" idx="23"/>
          </p:nvPr>
        </p:nvSpPr>
        <p:spPr>
          <a:xfrm>
            <a:off x="-433" y="0"/>
            <a:ext cx="2736304" cy="2924175"/>
          </a:xfrm>
        </p:spPr>
        <p:txBody>
          <a:bodyPr/>
          <a:lstStyle/>
          <a:p>
            <a:r>
              <a:rPr lang="en-US" dirty="0"/>
              <a:t>01</a:t>
            </a:r>
          </a:p>
        </p:txBody>
      </p:sp>
      <p:sp>
        <p:nvSpPr>
          <p:cNvPr id="17" name="Title 16">
            <a:extLst>
              <a:ext uri="{FF2B5EF4-FFF2-40B4-BE49-F238E27FC236}">
                <a16:creationId xmlns:a16="http://schemas.microsoft.com/office/drawing/2014/main" id="{855BD70F-3C3F-E7DC-94A7-E40AB92A5C2B}"/>
              </a:ext>
            </a:extLst>
          </p:cNvPr>
          <p:cNvSpPr>
            <a:spLocks noGrp="1"/>
          </p:cNvSpPr>
          <p:nvPr>
            <p:ph type="title"/>
          </p:nvPr>
        </p:nvSpPr>
        <p:spPr>
          <a:xfrm>
            <a:off x="4253696" y="1510496"/>
            <a:ext cx="7393343" cy="2887883"/>
          </a:xfrm>
        </p:spPr>
        <p:txBody>
          <a:bodyPr/>
          <a:lstStyle/>
          <a:p>
            <a:r>
              <a:rPr lang="pl-PL" dirty="0"/>
              <a:t>Business Case Introduction</a:t>
            </a:r>
            <a:endParaRPr lang="en-US" dirty="0"/>
          </a:p>
        </p:txBody>
      </p:sp>
      <p:sp>
        <p:nvSpPr>
          <p:cNvPr id="12" name="Date Placeholder 11">
            <a:extLst>
              <a:ext uri="{FF2B5EF4-FFF2-40B4-BE49-F238E27FC236}">
                <a16:creationId xmlns:a16="http://schemas.microsoft.com/office/drawing/2014/main" id="{D98B9E62-B6F1-230F-6097-6E3EFB62A94C}"/>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3" name="Footer Placeholder 12">
            <a:extLst>
              <a:ext uri="{FF2B5EF4-FFF2-40B4-BE49-F238E27FC236}">
                <a16:creationId xmlns:a16="http://schemas.microsoft.com/office/drawing/2014/main" id="{31BE3E2B-83CF-0685-F238-4971705047D1}"/>
              </a:ext>
            </a:extLst>
          </p:cNvPr>
          <p:cNvSpPr>
            <a:spLocks noGrp="1"/>
          </p:cNvSpPr>
          <p:nvPr>
            <p:ph type="ftr" sz="quarter" idx="20"/>
          </p:nvPr>
        </p:nvSpPr>
        <p:spPr/>
        <p:txBody>
          <a:bodyPr/>
          <a:lstStyle/>
          <a:p>
            <a:pPr>
              <a:spcBef>
                <a:spcPts val="1000"/>
              </a:spcBef>
              <a:buFont typeface="Arial" panose="020B0604020202020204" pitchFamily="34" charset="0"/>
              <a:buNone/>
            </a:pPr>
            <a:r>
              <a:rPr lang="en-US" dirty="0"/>
              <a:t>Presentation Title | Author | Date</a:t>
            </a:r>
          </a:p>
        </p:txBody>
      </p:sp>
      <p:sp>
        <p:nvSpPr>
          <p:cNvPr id="14" name="Slide Number Placeholder 13">
            <a:extLst>
              <a:ext uri="{FF2B5EF4-FFF2-40B4-BE49-F238E27FC236}">
                <a16:creationId xmlns:a16="http://schemas.microsoft.com/office/drawing/2014/main" id="{933EE3D3-B368-32C1-C553-89EFB72A2375}"/>
              </a:ext>
            </a:extLst>
          </p:cNvPr>
          <p:cNvSpPr>
            <a:spLocks noGrp="1"/>
          </p:cNvSpPr>
          <p:nvPr>
            <p:ph type="sldNum" sz="quarter" idx="21"/>
          </p:nvPr>
        </p:nvSpPr>
        <p:spPr/>
        <p:txBody>
          <a:bodyPr/>
          <a:lstStyle/>
          <a:p>
            <a:pPr algn="r"/>
            <a:fld id="{5D9A5160-6218-4E5A-B9E6-B93E3DAE377C}" type="slidenum">
              <a:rPr lang="en-US" smtClean="0"/>
              <a:pPr algn="r"/>
              <a:t>3</a:t>
            </a:fld>
            <a:endParaRPr lang="en-US" dirty="0"/>
          </a:p>
        </p:txBody>
      </p:sp>
    </p:spTree>
    <p:extLst>
      <p:ext uri="{BB962C8B-B14F-4D97-AF65-F5344CB8AC3E}">
        <p14:creationId xmlns:p14="http://schemas.microsoft.com/office/powerpoint/2010/main" val="1688210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404F3-8D50-E5ED-2683-4D7A217FAEC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68A1089-B9A7-48D6-6177-83AFC03C3A35}"/>
              </a:ext>
            </a:extLst>
          </p:cNvPr>
          <p:cNvSpPr>
            <a:spLocks noGrp="1"/>
          </p:cNvSpPr>
          <p:nvPr>
            <p:ph type="title"/>
          </p:nvPr>
        </p:nvSpPr>
        <p:spPr>
          <a:xfrm>
            <a:off x="551384" y="549274"/>
            <a:ext cx="7920880" cy="930372"/>
          </a:xfrm>
        </p:spPr>
        <p:txBody>
          <a:bodyPr/>
          <a:lstStyle/>
          <a:p>
            <a:r>
              <a:rPr lang="en-US" dirty="0"/>
              <a:t>Instant Payments &amp; Fraud Risks</a:t>
            </a:r>
          </a:p>
        </p:txBody>
      </p:sp>
      <p:sp>
        <p:nvSpPr>
          <p:cNvPr id="72" name="Date Placeholder 71">
            <a:extLst>
              <a:ext uri="{FF2B5EF4-FFF2-40B4-BE49-F238E27FC236}">
                <a16:creationId xmlns:a16="http://schemas.microsoft.com/office/drawing/2014/main" id="{9054CEFD-567D-B1E8-172D-751C2D79EA56}"/>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73" name="Footer Placeholder 72">
            <a:extLst>
              <a:ext uri="{FF2B5EF4-FFF2-40B4-BE49-F238E27FC236}">
                <a16:creationId xmlns:a16="http://schemas.microsoft.com/office/drawing/2014/main" id="{D41F5B42-845C-D718-9849-1825A4086EA1}"/>
              </a:ext>
            </a:extLst>
          </p:cNvPr>
          <p:cNvSpPr>
            <a:spLocks noGrp="1"/>
          </p:cNvSpPr>
          <p:nvPr>
            <p:ph type="ftr" sz="quarter" idx="25"/>
          </p:nvPr>
        </p:nvSpPr>
        <p:spPr/>
        <p:txBody>
          <a:bodyPr/>
          <a:lstStyle/>
          <a:p>
            <a:pPr>
              <a:spcBef>
                <a:spcPts val="1000"/>
              </a:spcBef>
              <a:buFont typeface="Arial" panose="020B0604020202020204" pitchFamily="34" charset="0"/>
              <a:buNone/>
            </a:pPr>
            <a:r>
              <a:rPr lang="en-US" dirty="0"/>
              <a:t>Presentation Title | Author | Date</a:t>
            </a:r>
          </a:p>
        </p:txBody>
      </p:sp>
      <p:sp>
        <p:nvSpPr>
          <p:cNvPr id="74" name="Slide Number Placeholder 73">
            <a:extLst>
              <a:ext uri="{FF2B5EF4-FFF2-40B4-BE49-F238E27FC236}">
                <a16:creationId xmlns:a16="http://schemas.microsoft.com/office/drawing/2014/main" id="{033951F5-DE30-9A81-626A-3936F120A26E}"/>
              </a:ext>
            </a:extLst>
          </p:cNvPr>
          <p:cNvSpPr>
            <a:spLocks noGrp="1"/>
          </p:cNvSpPr>
          <p:nvPr>
            <p:ph type="sldNum" sz="quarter" idx="26"/>
          </p:nvPr>
        </p:nvSpPr>
        <p:spPr/>
        <p:txBody>
          <a:bodyPr/>
          <a:lstStyle/>
          <a:p>
            <a:pPr algn="r"/>
            <a:fld id="{5D9A5160-6218-4E5A-B9E6-B93E3DAE377C}" type="slidenum">
              <a:rPr lang="en-US" smtClean="0"/>
              <a:pPr algn="r"/>
              <a:t>4</a:t>
            </a:fld>
            <a:endParaRPr lang="en-US" dirty="0"/>
          </a:p>
        </p:txBody>
      </p:sp>
      <p:pic>
        <p:nvPicPr>
          <p:cNvPr id="6" name="Content Placeholder 9" descr="Contactless payment using a smart phone">
            <a:extLst>
              <a:ext uri="{FF2B5EF4-FFF2-40B4-BE49-F238E27FC236}">
                <a16:creationId xmlns:a16="http://schemas.microsoft.com/office/drawing/2014/main" id="{6F2E24E9-8D6A-3FE1-A96F-4B16C16327D5}"/>
              </a:ext>
            </a:extLst>
          </p:cNvPr>
          <p:cNvPicPr>
            <a:picLocks noChangeAspect="1"/>
          </p:cNvPicPr>
          <p:nvPr/>
        </p:nvPicPr>
        <p:blipFill>
          <a:blip r:embed="rId2"/>
          <a:srcRect l="23830" t="1" r="34880" b="-3"/>
          <a:stretch>
            <a:fillRect/>
          </a:stretch>
        </p:blipFill>
        <p:spPr>
          <a:xfrm>
            <a:off x="8832304" y="10"/>
            <a:ext cx="4242121" cy="6857990"/>
          </a:xfrm>
          <a:prstGeom prst="rect">
            <a:avLst/>
          </a:prstGeom>
          <a:noFill/>
        </p:spPr>
      </p:pic>
      <p:sp>
        <p:nvSpPr>
          <p:cNvPr id="18" name="Content Placeholder 8">
            <a:extLst>
              <a:ext uri="{FF2B5EF4-FFF2-40B4-BE49-F238E27FC236}">
                <a16:creationId xmlns:a16="http://schemas.microsoft.com/office/drawing/2014/main" id="{B31CF931-D01C-ADE8-6210-A5493EF8E8B5}"/>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3392" y="1844824"/>
            <a:ext cx="7560840" cy="4175870"/>
          </a:xfrm>
          <a:prstGeom prst="rect">
            <a:avLst/>
          </a:prstGeom>
        </p:spPr>
        <p:txBody>
          <a:bodyPr vert="horz" lIns="0" tIns="0" rIns="0" bIns="0" rtlCol="0">
            <a:norm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2500"/>
              </a:spcBef>
            </a:pPr>
            <a:r>
              <a:rPr lang="pl-PL" sz="1600" b="1" dirty="0">
                <a:solidFill>
                  <a:srgbClr val="0058AB"/>
                </a:solidFill>
              </a:rPr>
              <a:t>Speed Increases Fraud Risk</a:t>
            </a:r>
          </a:p>
          <a:p>
            <a:pPr lvl="1"/>
            <a:r>
              <a:rPr lang="pl-PL" sz="1600" dirty="0"/>
              <a:t>Instant payment (e.g. SEPA Instant, Faster Payments) </a:t>
            </a:r>
            <a:r>
              <a:rPr lang="en-US" sz="1600" dirty="0"/>
              <a:t>move money immediately, which leaves very little time to stop fraud.</a:t>
            </a:r>
            <a:endParaRPr lang="pl-PL" sz="1600" dirty="0"/>
          </a:p>
          <a:p>
            <a:pPr lvl="1"/>
            <a:endParaRPr lang="pl-PL" sz="1600" dirty="0">
              <a:solidFill>
                <a:srgbClr val="0058AB"/>
              </a:solidFill>
            </a:endParaRPr>
          </a:p>
          <a:p>
            <a:pPr marL="0" lvl="1" indent="0">
              <a:buFont typeface="Arial" panose="020B0604020202020204" pitchFamily="34" charset="0"/>
              <a:buNone/>
            </a:pPr>
            <a:r>
              <a:rPr lang="pl-PL" sz="1600" b="1" dirty="0">
                <a:solidFill>
                  <a:srgbClr val="0058AB"/>
                </a:solidFill>
              </a:rPr>
              <a:t>Rise of APP Fraud</a:t>
            </a:r>
          </a:p>
          <a:p>
            <a:pPr lvl="1"/>
            <a:r>
              <a:rPr lang="en-US" sz="1600" dirty="0"/>
              <a:t>This increases </a:t>
            </a:r>
            <a:r>
              <a:rPr lang="en-US" sz="1600" b="1" dirty="0"/>
              <a:t>APP fraud </a:t>
            </a:r>
            <a:r>
              <a:rPr lang="en-US" sz="1600" dirty="0"/>
              <a:t>(</a:t>
            </a:r>
            <a:r>
              <a:rPr lang="en-US" sz="1600" i="1" dirty="0"/>
              <a:t>Authorized Push Payment</a:t>
            </a:r>
            <a:r>
              <a:rPr lang="en-US" sz="1600" dirty="0"/>
              <a:t>), where customers are tricked into sending money themselves.</a:t>
            </a:r>
          </a:p>
          <a:p>
            <a:pPr marL="0" lvl="1" indent="0">
              <a:buFont typeface="Arial" panose="020B0604020202020204" pitchFamily="34" charset="0"/>
              <a:buNone/>
            </a:pPr>
            <a:endParaRPr lang="pl-PL" sz="1600" dirty="0"/>
          </a:p>
          <a:p>
            <a:pPr marL="0" lvl="1" indent="0">
              <a:buFont typeface="Arial" panose="020B0604020202020204" pitchFamily="34" charset="0"/>
              <a:buNone/>
            </a:pPr>
            <a:r>
              <a:rPr lang="pl-PL" sz="1600" b="1" dirty="0">
                <a:solidFill>
                  <a:srgbClr val="0058AB"/>
                </a:solidFill>
              </a:rPr>
              <a:t>FRAML Transaction Monitoring</a:t>
            </a:r>
          </a:p>
          <a:p>
            <a:pPr lvl="1"/>
            <a:r>
              <a:rPr lang="en-US" sz="1600" dirty="0"/>
              <a:t>To address this, </a:t>
            </a:r>
            <a:r>
              <a:rPr lang="pl-PL" sz="1600" dirty="0"/>
              <a:t>banks</a:t>
            </a:r>
            <a:r>
              <a:rPr lang="en-US" sz="1600" dirty="0"/>
              <a:t> need </a:t>
            </a:r>
            <a:r>
              <a:rPr lang="en-US" sz="1600" b="1" dirty="0"/>
              <a:t>near‑real‑time</a:t>
            </a:r>
            <a:r>
              <a:rPr lang="pl-PL" sz="1600" b="1" dirty="0"/>
              <a:t> transaction </a:t>
            </a:r>
            <a:r>
              <a:rPr lang="en-US" sz="1600" b="1" dirty="0"/>
              <a:t> monitoring </a:t>
            </a:r>
            <a:endParaRPr lang="pl-PL" sz="1600" b="1" dirty="0"/>
          </a:p>
          <a:p>
            <a:pPr lvl="1"/>
            <a:r>
              <a:rPr lang="pl-PL" sz="1600" dirty="0"/>
              <a:t>They </a:t>
            </a:r>
            <a:r>
              <a:rPr lang="en-US" sz="1600" dirty="0"/>
              <a:t> are moving from separated </a:t>
            </a:r>
            <a:r>
              <a:rPr lang="en-US" sz="1600" b="1" dirty="0"/>
              <a:t>Fraud</a:t>
            </a:r>
            <a:r>
              <a:rPr lang="en-US" sz="1600" dirty="0"/>
              <a:t> and </a:t>
            </a:r>
            <a:r>
              <a:rPr lang="en-US" sz="1600" b="1" dirty="0"/>
              <a:t>AML </a:t>
            </a:r>
            <a:r>
              <a:rPr lang="en-US" sz="1600" dirty="0"/>
              <a:t>teams to a </a:t>
            </a:r>
            <a:r>
              <a:rPr lang="en-US" sz="1600" b="1" dirty="0"/>
              <a:t>FRAML</a:t>
            </a:r>
            <a:r>
              <a:rPr lang="pl-PL" sz="1600" dirty="0"/>
              <a:t> </a:t>
            </a:r>
            <a:r>
              <a:rPr lang="en-US" sz="1600" dirty="0" err="1"/>
              <a:t>apr</a:t>
            </a:r>
            <a:r>
              <a:rPr lang="pl-PL" sz="1600" dirty="0"/>
              <a:t>oa</a:t>
            </a:r>
            <a:r>
              <a:rPr lang="en-US" sz="1600" dirty="0" err="1"/>
              <a:t>ch</a:t>
            </a:r>
            <a:r>
              <a:rPr lang="en-US" sz="1600" dirty="0"/>
              <a:t>  (Fraud + AML combined) </a:t>
            </a:r>
            <a:endParaRPr lang="pl-PL" sz="1600" dirty="0"/>
          </a:p>
        </p:txBody>
      </p:sp>
    </p:spTree>
    <p:extLst>
      <p:ext uri="{BB962C8B-B14F-4D97-AF65-F5344CB8AC3E}">
        <p14:creationId xmlns:p14="http://schemas.microsoft.com/office/powerpoint/2010/main" val="1460548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12837-EA17-AC65-FC30-9FEEA0BD8B01}"/>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B5B07087-B326-1A06-2055-C0FB4570CE83}"/>
              </a:ext>
            </a:extLst>
          </p:cNvPr>
          <p:cNvSpPr>
            <a:spLocks noGrp="1"/>
          </p:cNvSpPr>
          <p:nvPr>
            <p:ph type="title"/>
          </p:nvPr>
        </p:nvSpPr>
        <p:spPr>
          <a:xfrm>
            <a:off x="284006" y="-21356"/>
            <a:ext cx="4223792" cy="1198850"/>
          </a:xfrm>
        </p:spPr>
        <p:txBody>
          <a:bodyPr/>
          <a:lstStyle/>
          <a:p>
            <a:r>
              <a:rPr lang="pl-PL" sz="2800" b="1" dirty="0"/>
              <a:t>KEY TERMS</a:t>
            </a:r>
            <a:endParaRPr lang="en-US" sz="2800" b="1" dirty="0"/>
          </a:p>
        </p:txBody>
      </p:sp>
      <p:sp>
        <p:nvSpPr>
          <p:cNvPr id="14" name="Oval 1">
            <a:extLst>
              <a:ext uri="{FF2B5EF4-FFF2-40B4-BE49-F238E27FC236}">
                <a16:creationId xmlns:a16="http://schemas.microsoft.com/office/drawing/2014/main" id="{5D4D8FEE-7EE2-04AF-4EBC-9FD977749E14}"/>
              </a:ext>
            </a:extLst>
          </p:cNvPr>
          <p:cNvSpPr/>
          <p:nvPr/>
        </p:nvSpPr>
        <p:spPr>
          <a:xfrm>
            <a:off x="4635053" y="558291"/>
            <a:ext cx="1264668" cy="1264668"/>
          </a:xfrm>
          <a:prstGeom prst="ellipse">
            <a:avLst/>
          </a:prstGeom>
          <a:solidFill>
            <a:srgbClr val="1DB6F3"/>
          </a:solidFill>
          <a:ln w="12700" cap="flat" cmpd="sng" algn="ctr">
            <a:noFill/>
            <a:prstDash val="solid"/>
            <a:miter lim="800000"/>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l-PL" sz="2400" b="1" i="0" u="none" strike="noStrike" kern="0" cap="none" spc="0" normalizeH="0" baseline="0" noProof="0" dirty="0">
                <a:ln>
                  <a:noFill/>
                </a:ln>
                <a:effectLst/>
                <a:uLnTx/>
                <a:uFillTx/>
                <a:latin typeface="Ubuntu"/>
                <a:ea typeface="+mn-ea"/>
                <a:cs typeface="+mn-cs"/>
              </a:rPr>
              <a:t>Fraud</a:t>
            </a:r>
            <a:endParaRPr kumimoji="0" lang="en-US" sz="2400" b="1" i="0" u="none" strike="noStrike" kern="0" cap="none" spc="0" normalizeH="0" baseline="0" noProof="0" dirty="0">
              <a:ln>
                <a:noFill/>
              </a:ln>
              <a:effectLst/>
              <a:uLnTx/>
              <a:uFillTx/>
              <a:latin typeface="Ubuntu"/>
              <a:ea typeface="+mn-ea"/>
              <a:cs typeface="+mn-cs"/>
            </a:endParaRPr>
          </a:p>
        </p:txBody>
      </p:sp>
      <p:sp>
        <p:nvSpPr>
          <p:cNvPr id="15" name="Oval 1">
            <a:extLst>
              <a:ext uri="{FF2B5EF4-FFF2-40B4-BE49-F238E27FC236}">
                <a16:creationId xmlns:a16="http://schemas.microsoft.com/office/drawing/2014/main" id="{2E5C0639-B664-2B84-7C53-A5BBFD9968FE}"/>
              </a:ext>
            </a:extLst>
          </p:cNvPr>
          <p:cNvSpPr/>
          <p:nvPr/>
        </p:nvSpPr>
        <p:spPr>
          <a:xfrm>
            <a:off x="4635053" y="2843422"/>
            <a:ext cx="1264668" cy="1264668"/>
          </a:xfrm>
          <a:prstGeom prst="ellipse">
            <a:avLst/>
          </a:prstGeom>
          <a:solidFill>
            <a:srgbClr val="FEB100"/>
          </a:solidFill>
          <a:ln w="12700" cap="flat" cmpd="sng" algn="ctr">
            <a:noFill/>
            <a:prstDash val="solid"/>
            <a:miter lim="800000"/>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l-PL" sz="2400" b="1" i="0" u="none" strike="noStrike" kern="0" cap="none" spc="0" normalizeH="0" baseline="0" noProof="0" dirty="0">
                <a:ln>
                  <a:noFill/>
                </a:ln>
                <a:solidFill>
                  <a:srgbClr val="000000"/>
                </a:solidFill>
                <a:effectLst/>
                <a:uLnTx/>
                <a:uFillTx/>
                <a:latin typeface="Ubuntu"/>
                <a:ea typeface="+mn-ea"/>
                <a:cs typeface="+mn-cs"/>
              </a:rPr>
              <a:t>AML</a:t>
            </a:r>
            <a:endParaRPr kumimoji="0" lang="en-US" sz="2400" b="1" i="0" u="none" strike="noStrike" kern="0" cap="none" spc="0" normalizeH="0" baseline="0" noProof="0" dirty="0">
              <a:ln>
                <a:noFill/>
              </a:ln>
              <a:solidFill>
                <a:srgbClr val="000000"/>
              </a:solidFill>
              <a:effectLst/>
              <a:uLnTx/>
              <a:uFillTx/>
              <a:latin typeface="Ubuntu"/>
              <a:ea typeface="+mn-ea"/>
              <a:cs typeface="+mn-cs"/>
            </a:endParaRPr>
          </a:p>
        </p:txBody>
      </p:sp>
      <p:sp>
        <p:nvSpPr>
          <p:cNvPr id="45" name="Date Placeholder 44">
            <a:extLst>
              <a:ext uri="{FF2B5EF4-FFF2-40B4-BE49-F238E27FC236}">
                <a16:creationId xmlns:a16="http://schemas.microsoft.com/office/drawing/2014/main" id="{6C78AC7C-C165-2AB9-7DFC-CE1298F5ABA3}"/>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46" name="Footer Placeholder 45">
            <a:extLst>
              <a:ext uri="{FF2B5EF4-FFF2-40B4-BE49-F238E27FC236}">
                <a16:creationId xmlns:a16="http://schemas.microsoft.com/office/drawing/2014/main" id="{A046F151-FCC0-81D0-9E3C-7C76677CD04F}"/>
              </a:ext>
            </a:extLst>
          </p:cNvPr>
          <p:cNvSpPr>
            <a:spLocks noGrp="1"/>
          </p:cNvSpPr>
          <p:nvPr>
            <p:ph type="ftr" sz="quarter" idx="25"/>
          </p:nvPr>
        </p:nvSpPr>
        <p:spPr/>
        <p:txBody>
          <a:bodyPr/>
          <a:lstStyle/>
          <a:p>
            <a:pPr>
              <a:spcBef>
                <a:spcPts val="1000"/>
              </a:spcBef>
              <a:buFont typeface="Arial" panose="020B0604020202020204" pitchFamily="34" charset="0"/>
              <a:buNone/>
            </a:pPr>
            <a:r>
              <a:rPr lang="en-US" dirty="0"/>
              <a:t>Presentation Title | Author | Date</a:t>
            </a:r>
          </a:p>
        </p:txBody>
      </p:sp>
      <p:sp>
        <p:nvSpPr>
          <p:cNvPr id="47" name="Slide Number Placeholder 46">
            <a:extLst>
              <a:ext uri="{FF2B5EF4-FFF2-40B4-BE49-F238E27FC236}">
                <a16:creationId xmlns:a16="http://schemas.microsoft.com/office/drawing/2014/main" id="{238D1FF4-5315-170A-8E47-19F680710E08}"/>
              </a:ext>
            </a:extLst>
          </p:cNvPr>
          <p:cNvSpPr>
            <a:spLocks noGrp="1"/>
          </p:cNvSpPr>
          <p:nvPr>
            <p:ph type="sldNum" sz="quarter" idx="26"/>
          </p:nvPr>
        </p:nvSpPr>
        <p:spPr/>
        <p:txBody>
          <a:bodyPr/>
          <a:lstStyle/>
          <a:p>
            <a:pPr algn="r"/>
            <a:fld id="{5D9A5160-6218-4E5A-B9E6-B93E3DAE377C}" type="slidenum">
              <a:rPr lang="en-US" smtClean="0"/>
              <a:pPr algn="r"/>
              <a:t>5</a:t>
            </a:fld>
            <a:endParaRPr lang="en-US" dirty="0"/>
          </a:p>
        </p:txBody>
      </p:sp>
      <p:sp>
        <p:nvSpPr>
          <p:cNvPr id="19" name="TextBox 18">
            <a:extLst>
              <a:ext uri="{FF2B5EF4-FFF2-40B4-BE49-F238E27FC236}">
                <a16:creationId xmlns:a16="http://schemas.microsoft.com/office/drawing/2014/main" id="{8390DFD5-E79F-ECD5-EC75-C648EE903F63}"/>
              </a:ext>
            </a:extLst>
          </p:cNvPr>
          <p:cNvSpPr txBox="1"/>
          <p:nvPr/>
        </p:nvSpPr>
        <p:spPr>
          <a:xfrm>
            <a:off x="6153645" y="31114"/>
            <a:ext cx="5754349" cy="5255285"/>
          </a:xfrm>
          <a:prstGeom prst="rect">
            <a:avLst/>
          </a:prstGeom>
          <a:noFill/>
        </p:spPr>
        <p:txBody>
          <a:bodyPr wrap="square">
            <a:spAutoFit/>
          </a:bodyPr>
          <a:lstStyle/>
          <a:p>
            <a:pPr lvl="0"/>
            <a:r>
              <a:rPr lang="pl-PL" sz="1600" dirty="0"/>
              <a:t> </a:t>
            </a:r>
          </a:p>
          <a:p>
            <a:pPr lvl="0"/>
            <a:endParaRPr lang="pl-PL" sz="1600" dirty="0"/>
          </a:p>
          <a:p>
            <a:pPr lvl="0"/>
            <a:endParaRPr lang="pl-PL" sz="1600" dirty="0"/>
          </a:p>
          <a:p>
            <a:pPr lvl="0"/>
            <a:r>
              <a:rPr lang="pl-PL" b="1" dirty="0"/>
              <a:t>C</a:t>
            </a:r>
            <a:r>
              <a:rPr lang="en-US" sz="1600" b="1" dirty="0"/>
              <a:t>heating to </a:t>
            </a:r>
            <a:r>
              <a:rPr lang="pl-PL" sz="1600" b="1" dirty="0"/>
              <a:t>steal money</a:t>
            </a:r>
            <a:r>
              <a:rPr lang="en-US" sz="1600" b="1" dirty="0"/>
              <a:t>.</a:t>
            </a:r>
            <a:endParaRPr lang="pl-PL" sz="1600" b="1" dirty="0"/>
          </a:p>
          <a:p>
            <a:pPr lvl="0"/>
            <a:endParaRPr lang="pl-PL" sz="1400" dirty="0"/>
          </a:p>
          <a:p>
            <a:pPr marL="285750" indent="-285750">
              <a:spcBef>
                <a:spcPts val="600"/>
              </a:spcBef>
              <a:buFont typeface="Arial" panose="020B0604020202020204" pitchFamily="34" charset="0"/>
              <a:buChar char="•"/>
            </a:pPr>
            <a:r>
              <a:rPr lang="en-US" sz="1400" dirty="0"/>
              <a:t>Tricking someone into sending money </a:t>
            </a:r>
            <a:endParaRPr lang="pl-PL" sz="1400" dirty="0"/>
          </a:p>
          <a:p>
            <a:pPr marL="285750" indent="-285750">
              <a:spcBef>
                <a:spcPts val="600"/>
              </a:spcBef>
              <a:buFont typeface="Arial" panose="020B0604020202020204" pitchFamily="34" charset="0"/>
              <a:buChar char="•"/>
            </a:pPr>
            <a:r>
              <a:rPr lang="en-US" sz="1400" dirty="0"/>
              <a:t>Using stolen card details</a:t>
            </a:r>
            <a:endParaRPr lang="pl-PL" sz="1400" dirty="0"/>
          </a:p>
          <a:p>
            <a:pPr marL="285750" indent="-285750">
              <a:spcBef>
                <a:spcPts val="600"/>
              </a:spcBef>
              <a:buFont typeface="Arial" panose="020B0604020202020204" pitchFamily="34" charset="0"/>
              <a:buChar char="•"/>
            </a:pPr>
            <a:r>
              <a:rPr lang="en-US" sz="1400" dirty="0"/>
              <a:t>Faking identity or documents</a:t>
            </a:r>
            <a:endParaRPr lang="pl-PL" sz="1400" dirty="0"/>
          </a:p>
          <a:p>
            <a:pPr marL="285750" indent="-285750">
              <a:spcBef>
                <a:spcPts val="600"/>
              </a:spcBef>
              <a:buFont typeface="Arial" panose="020B0604020202020204" pitchFamily="34" charset="0"/>
              <a:buChar char="•"/>
            </a:pPr>
            <a:endParaRPr lang="en-US" sz="1400" dirty="0"/>
          </a:p>
          <a:p>
            <a:pPr lvl="0"/>
            <a:endParaRPr lang="pl-PL" sz="1400" dirty="0"/>
          </a:p>
          <a:p>
            <a:pPr lvl="0"/>
            <a:endParaRPr lang="pl-PL" sz="1400" dirty="0"/>
          </a:p>
          <a:p>
            <a:pPr lvl="0">
              <a:lnSpc>
                <a:spcPct val="125000"/>
              </a:lnSpc>
            </a:pPr>
            <a:r>
              <a:rPr lang="en-US" sz="1600" b="1" i="1" dirty="0"/>
              <a:t>Anti‑Money Laundering</a:t>
            </a:r>
            <a:r>
              <a:rPr lang="en-US" sz="1600" b="1" dirty="0"/>
              <a:t> </a:t>
            </a:r>
            <a:r>
              <a:rPr lang="en-US" sz="1400" dirty="0"/>
              <a:t>– </a:t>
            </a:r>
            <a:r>
              <a:rPr lang="pl-PL" sz="1400" dirty="0"/>
              <a:t>stoping „dirty” money</a:t>
            </a:r>
          </a:p>
          <a:p>
            <a:pPr lvl="0">
              <a:lnSpc>
                <a:spcPct val="125000"/>
              </a:lnSpc>
            </a:pPr>
            <a:br>
              <a:rPr lang="pl-PL" sz="1400" dirty="0"/>
            </a:br>
            <a:r>
              <a:rPr lang="pl-PL" sz="1400" b="1" dirty="0"/>
              <a:t>Money Laundering :</a:t>
            </a:r>
            <a:endParaRPr lang="pl-PL" sz="1400" dirty="0"/>
          </a:p>
          <a:p>
            <a:pPr marL="285750" indent="-285750">
              <a:spcBef>
                <a:spcPts val="600"/>
              </a:spcBef>
              <a:buFont typeface="Arial" panose="020B0604020202020204" pitchFamily="34" charset="0"/>
              <a:buChar char="•"/>
            </a:pPr>
            <a:r>
              <a:rPr lang="en-US" sz="1400" dirty="0"/>
              <a:t>Moving money through multiple accounts to hide its source</a:t>
            </a:r>
            <a:endParaRPr lang="pl-PL" sz="1400" dirty="0"/>
          </a:p>
          <a:p>
            <a:pPr marL="285750" indent="-285750">
              <a:spcBef>
                <a:spcPts val="600"/>
              </a:spcBef>
              <a:buFont typeface="Arial" panose="020B0604020202020204" pitchFamily="34" charset="0"/>
              <a:buChar char="•"/>
            </a:pPr>
            <a:r>
              <a:rPr lang="en-US" sz="1400" dirty="0"/>
              <a:t>Sending funds across borders to avoid detection</a:t>
            </a:r>
            <a:endParaRPr lang="pl-PL" sz="1400" dirty="0"/>
          </a:p>
          <a:p>
            <a:pPr marL="285750" indent="-285750">
              <a:spcBef>
                <a:spcPts val="600"/>
              </a:spcBef>
              <a:buFont typeface="Arial" panose="020B0604020202020204" pitchFamily="34" charset="0"/>
              <a:buChar char="•"/>
            </a:pPr>
            <a:r>
              <a:rPr lang="en-US" sz="1400" dirty="0"/>
              <a:t>Buying expensive assets (property, cars, art)</a:t>
            </a:r>
            <a:endParaRPr lang="pl-PL" sz="1400" dirty="0"/>
          </a:p>
          <a:p>
            <a:pPr>
              <a:spcBef>
                <a:spcPts val="600"/>
              </a:spcBef>
            </a:pPr>
            <a:br>
              <a:rPr lang="pl-PL" sz="1600" dirty="0"/>
            </a:br>
            <a:endParaRPr lang="en-US" sz="1600" dirty="0"/>
          </a:p>
        </p:txBody>
      </p:sp>
      <p:sp>
        <p:nvSpPr>
          <p:cNvPr id="30" name="TextBox 29">
            <a:extLst>
              <a:ext uri="{FF2B5EF4-FFF2-40B4-BE49-F238E27FC236}">
                <a16:creationId xmlns:a16="http://schemas.microsoft.com/office/drawing/2014/main" id="{9E50ADD2-88A6-DDEC-81B6-913C4060E8C6}"/>
              </a:ext>
            </a:extLst>
          </p:cNvPr>
          <p:cNvSpPr txBox="1"/>
          <p:nvPr/>
        </p:nvSpPr>
        <p:spPr>
          <a:xfrm>
            <a:off x="182906" y="1224747"/>
            <a:ext cx="6094428" cy="400110"/>
          </a:xfrm>
          <a:prstGeom prst="rect">
            <a:avLst/>
          </a:prstGeom>
          <a:noFill/>
        </p:spPr>
        <p:txBody>
          <a:bodyPr wrap="square">
            <a:spAutoFit/>
          </a:bodyPr>
          <a:lstStyle/>
          <a:p>
            <a:r>
              <a:rPr lang="pl-PL" sz="2000" b="1" dirty="0">
                <a:solidFill>
                  <a:schemeClr val="bg1"/>
                </a:solidFill>
              </a:rPr>
              <a:t>Understanding: Fraud &amp; AML</a:t>
            </a:r>
            <a:endParaRPr lang="en-US" sz="2000" b="1" dirty="0">
              <a:solidFill>
                <a:schemeClr val="bg1"/>
              </a:solidFill>
            </a:endParaRPr>
          </a:p>
        </p:txBody>
      </p:sp>
      <p:sp>
        <p:nvSpPr>
          <p:cNvPr id="2" name="Plus Sign 1">
            <a:extLst>
              <a:ext uri="{FF2B5EF4-FFF2-40B4-BE49-F238E27FC236}">
                <a16:creationId xmlns:a16="http://schemas.microsoft.com/office/drawing/2014/main" id="{3468DCBB-7608-FD9B-F9CA-D029367FA156}"/>
              </a:ext>
            </a:extLst>
          </p:cNvPr>
          <p:cNvSpPr/>
          <p:nvPr/>
        </p:nvSpPr>
        <p:spPr>
          <a:xfrm>
            <a:off x="5087888" y="2098375"/>
            <a:ext cx="332325" cy="322513"/>
          </a:xfrm>
          <a:prstGeom prst="mathPlus">
            <a:avLst/>
          </a:prstGeom>
          <a:ln/>
          <a:effectLst/>
        </p:spPr>
        <p:style>
          <a:lnRef idx="2">
            <a:schemeClr val="dk1">
              <a:shade val="15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pl-PL" sz="1400" dirty="0" err="1">
              <a:solidFill>
                <a:schemeClr val="tx1"/>
              </a:solidFill>
            </a:endParaRPr>
          </a:p>
        </p:txBody>
      </p:sp>
      <p:sp>
        <p:nvSpPr>
          <p:cNvPr id="3" name="Equals 2">
            <a:extLst>
              <a:ext uri="{FF2B5EF4-FFF2-40B4-BE49-F238E27FC236}">
                <a16:creationId xmlns:a16="http://schemas.microsoft.com/office/drawing/2014/main" id="{61983FBC-CA0F-DA6F-6922-56B90A5B4D2E}"/>
              </a:ext>
            </a:extLst>
          </p:cNvPr>
          <p:cNvSpPr/>
          <p:nvPr/>
        </p:nvSpPr>
        <p:spPr>
          <a:xfrm>
            <a:off x="5159896" y="4354301"/>
            <a:ext cx="335438" cy="298836"/>
          </a:xfrm>
          <a:prstGeom prst="mathEqual">
            <a:avLst/>
          </a:prstGeom>
          <a:ln/>
        </p:spPr>
        <p:style>
          <a:lnRef idx="2">
            <a:schemeClr val="dk1">
              <a:shade val="15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pl-PL" sz="1400" dirty="0" err="1">
              <a:solidFill>
                <a:schemeClr val="tx1"/>
              </a:solidFill>
            </a:endParaRPr>
          </a:p>
        </p:txBody>
      </p:sp>
      <p:sp>
        <p:nvSpPr>
          <p:cNvPr id="5" name="Oval 1">
            <a:extLst>
              <a:ext uri="{FF2B5EF4-FFF2-40B4-BE49-F238E27FC236}">
                <a16:creationId xmlns:a16="http://schemas.microsoft.com/office/drawing/2014/main" id="{5CAE057A-5C8C-AEB9-61AC-4DC969635CF7}"/>
              </a:ext>
            </a:extLst>
          </p:cNvPr>
          <p:cNvSpPr/>
          <p:nvPr/>
        </p:nvSpPr>
        <p:spPr>
          <a:xfrm>
            <a:off x="4505755" y="4985869"/>
            <a:ext cx="1520149" cy="1490303"/>
          </a:xfrm>
          <a:prstGeom prst="ellipse">
            <a:avLst/>
          </a:prstGeom>
          <a:ln/>
        </p:spPr>
        <p:style>
          <a:lnRef idx="2">
            <a:schemeClr val="dk1"/>
          </a:lnRef>
          <a:fillRef idx="1">
            <a:schemeClr val="lt1"/>
          </a:fillRef>
          <a:effectRef idx="0">
            <a:schemeClr val="dk1"/>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l-PL" sz="2400" b="1" i="0" u="none" strike="noStrike" kern="0" cap="none" spc="0" normalizeH="0" baseline="0" noProof="0" dirty="0">
                <a:ln>
                  <a:noFill/>
                </a:ln>
                <a:solidFill>
                  <a:srgbClr val="000000"/>
                </a:solidFill>
                <a:effectLst/>
                <a:uLnTx/>
                <a:uFillTx/>
                <a:latin typeface="Ubuntu"/>
                <a:ea typeface="+mn-ea"/>
                <a:cs typeface="+mn-cs"/>
              </a:rPr>
              <a:t>FRAML</a:t>
            </a:r>
            <a:endParaRPr kumimoji="0" lang="en-US" sz="2400" b="1" i="0" u="none" strike="noStrike" kern="0" cap="none" spc="0" normalizeH="0" baseline="0" noProof="0" dirty="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2333055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38DB-46CB-CF7D-7D51-FC18ED1BE696}"/>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B44D080D-07AB-F0CE-A95D-A8DFDC6BE068}"/>
              </a:ext>
            </a:extLst>
          </p:cNvPr>
          <p:cNvSpPr>
            <a:spLocks noGrp="1"/>
          </p:cNvSpPr>
          <p:nvPr>
            <p:ph type="body" sz="quarter" idx="23"/>
          </p:nvPr>
        </p:nvSpPr>
        <p:spPr>
          <a:xfrm>
            <a:off x="-433" y="0"/>
            <a:ext cx="2736304" cy="2924175"/>
          </a:xfrm>
        </p:spPr>
        <p:txBody>
          <a:bodyPr/>
          <a:lstStyle/>
          <a:p>
            <a:r>
              <a:rPr lang="en-US" dirty="0"/>
              <a:t>0</a:t>
            </a:r>
            <a:r>
              <a:rPr lang="pl-PL" dirty="0"/>
              <a:t>2</a:t>
            </a:r>
            <a:endParaRPr lang="en-US" dirty="0"/>
          </a:p>
        </p:txBody>
      </p:sp>
      <p:sp>
        <p:nvSpPr>
          <p:cNvPr id="17" name="Title 16">
            <a:extLst>
              <a:ext uri="{FF2B5EF4-FFF2-40B4-BE49-F238E27FC236}">
                <a16:creationId xmlns:a16="http://schemas.microsoft.com/office/drawing/2014/main" id="{86CA602D-BF06-8E59-DE74-20AB3BEC8525}"/>
              </a:ext>
            </a:extLst>
          </p:cNvPr>
          <p:cNvSpPr>
            <a:spLocks noGrp="1"/>
          </p:cNvSpPr>
          <p:nvPr>
            <p:ph type="title"/>
          </p:nvPr>
        </p:nvSpPr>
        <p:spPr>
          <a:xfrm>
            <a:off x="4253696" y="1510496"/>
            <a:ext cx="7393343" cy="2887883"/>
          </a:xfrm>
        </p:spPr>
        <p:txBody>
          <a:bodyPr/>
          <a:lstStyle/>
          <a:p>
            <a:r>
              <a:rPr lang="pl-PL" dirty="0"/>
              <a:t>Hackathon Goal and Overview</a:t>
            </a:r>
            <a:endParaRPr lang="en-US" dirty="0"/>
          </a:p>
        </p:txBody>
      </p:sp>
      <p:sp>
        <p:nvSpPr>
          <p:cNvPr id="12" name="Date Placeholder 11">
            <a:extLst>
              <a:ext uri="{FF2B5EF4-FFF2-40B4-BE49-F238E27FC236}">
                <a16:creationId xmlns:a16="http://schemas.microsoft.com/office/drawing/2014/main" id="{A75EDA80-A75F-2C95-74F6-50CB4A6176F4}"/>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3" name="Footer Placeholder 12">
            <a:extLst>
              <a:ext uri="{FF2B5EF4-FFF2-40B4-BE49-F238E27FC236}">
                <a16:creationId xmlns:a16="http://schemas.microsoft.com/office/drawing/2014/main" id="{A66DA7E7-5BD3-B522-09F9-3C5D814479F5}"/>
              </a:ext>
            </a:extLst>
          </p:cNvPr>
          <p:cNvSpPr>
            <a:spLocks noGrp="1"/>
          </p:cNvSpPr>
          <p:nvPr>
            <p:ph type="ftr" sz="quarter" idx="20"/>
          </p:nvPr>
        </p:nvSpPr>
        <p:spPr/>
        <p:txBody>
          <a:bodyPr/>
          <a:lstStyle/>
          <a:p>
            <a:pPr>
              <a:spcBef>
                <a:spcPts val="1000"/>
              </a:spcBef>
              <a:buFont typeface="Arial" panose="020B0604020202020204" pitchFamily="34" charset="0"/>
              <a:buNone/>
            </a:pPr>
            <a:r>
              <a:rPr lang="en-US" dirty="0"/>
              <a:t>Presentation Title | Author | Date</a:t>
            </a:r>
          </a:p>
        </p:txBody>
      </p:sp>
      <p:sp>
        <p:nvSpPr>
          <p:cNvPr id="14" name="Slide Number Placeholder 13">
            <a:extLst>
              <a:ext uri="{FF2B5EF4-FFF2-40B4-BE49-F238E27FC236}">
                <a16:creationId xmlns:a16="http://schemas.microsoft.com/office/drawing/2014/main" id="{FB37834B-3603-2B9D-B2DF-C49B79C348BE}"/>
              </a:ext>
            </a:extLst>
          </p:cNvPr>
          <p:cNvSpPr>
            <a:spLocks noGrp="1"/>
          </p:cNvSpPr>
          <p:nvPr>
            <p:ph type="sldNum" sz="quarter" idx="21"/>
          </p:nvPr>
        </p:nvSpPr>
        <p:spPr/>
        <p:txBody>
          <a:bodyPr/>
          <a:lstStyle/>
          <a:p>
            <a:pPr algn="r"/>
            <a:fld id="{5D9A5160-6218-4E5A-B9E6-B93E3DAE377C}" type="slidenum">
              <a:rPr lang="en-US" smtClean="0"/>
              <a:pPr algn="r"/>
              <a:t>6</a:t>
            </a:fld>
            <a:endParaRPr lang="en-US" dirty="0"/>
          </a:p>
        </p:txBody>
      </p:sp>
    </p:spTree>
    <p:extLst>
      <p:ext uri="{BB962C8B-B14F-4D97-AF65-F5344CB8AC3E}">
        <p14:creationId xmlns:p14="http://schemas.microsoft.com/office/powerpoint/2010/main" val="3078647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descr="hand typing laptop, concept and ideas">
            <a:extLst>
              <a:ext uri="{FF2B5EF4-FFF2-40B4-BE49-F238E27FC236}">
                <a16:creationId xmlns:a16="http://schemas.microsoft.com/office/drawing/2014/main" id="{A096611A-AAD3-4A09-9502-F450CB69070E}"/>
              </a:ext>
            </a:extLst>
          </p:cNvPr>
          <p:cNvPicPr>
            <a:picLocks noGrp="1" noChangeAspect="1"/>
          </p:cNvPicPr>
          <p:nvPr>
            <p:ph type="pic" sz="quarter" idx="18"/>
          </p:nvPr>
        </p:nvPicPr>
        <p:blipFill>
          <a:blip r:embed="rId3"/>
          <a:srcRect l="30098" t="712" r="32351" b="-710"/>
          <a:stretch>
            <a:fillRect/>
          </a:stretch>
        </p:blipFill>
        <p:spPr>
          <a:xfrm>
            <a:off x="8688287" y="0"/>
            <a:ext cx="3503713" cy="6957391"/>
          </a:xfrm>
          <a:prstGeom prst="rect">
            <a:avLst/>
          </a:prstGeom>
          <a:noFill/>
        </p:spPr>
      </p:pic>
      <p:sp>
        <p:nvSpPr>
          <p:cNvPr id="2" name="Date Placeholder 1">
            <a:extLst>
              <a:ext uri="{FF2B5EF4-FFF2-40B4-BE49-F238E27FC236}">
                <a16:creationId xmlns:a16="http://schemas.microsoft.com/office/drawing/2014/main" id="{387E77A2-07A3-C8FF-5505-5E173DA3FA52}"/>
              </a:ext>
            </a:extLst>
          </p:cNvPr>
          <p:cNvSpPr>
            <a:spLocks noGrp="1"/>
          </p:cNvSpPr>
          <p:nvPr>
            <p:ph type="dt" sz="half" idx="24"/>
          </p:nvPr>
        </p:nvSpPr>
        <p:spPr>
          <a:xfrm>
            <a:off x="9809927" y="6650661"/>
            <a:ext cx="1831210" cy="123111"/>
          </a:xfrm>
        </p:spPr>
        <p:txBody>
          <a:bodyPr wrap="none" anchor="ctr">
            <a:normAutofit/>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 name="Footer Placeholder 2">
            <a:extLst>
              <a:ext uri="{FF2B5EF4-FFF2-40B4-BE49-F238E27FC236}">
                <a16:creationId xmlns:a16="http://schemas.microsoft.com/office/drawing/2014/main" id="{DF799DCD-210E-E4F7-D715-D07EF3CFE09F}"/>
              </a:ext>
            </a:extLst>
          </p:cNvPr>
          <p:cNvSpPr>
            <a:spLocks noGrp="1"/>
          </p:cNvSpPr>
          <p:nvPr>
            <p:ph type="ftr" sz="quarter" idx="25"/>
          </p:nvPr>
        </p:nvSpPr>
        <p:spPr>
          <a:xfrm>
            <a:off x="550863" y="6650661"/>
            <a:ext cx="4716524" cy="123111"/>
          </a:xfrm>
        </p:spPr>
        <p:txBody>
          <a:bodyPr wrap="none" anchor="ctr">
            <a:normAutofit/>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41E463B-F0F9-4E4B-3693-33B79B490ED9}"/>
              </a:ext>
            </a:extLst>
          </p:cNvPr>
          <p:cNvSpPr>
            <a:spLocks noGrp="1"/>
          </p:cNvSpPr>
          <p:nvPr>
            <p:ph type="sldNum" sz="quarter" idx="26"/>
          </p:nvPr>
        </p:nvSpPr>
        <p:spPr>
          <a:xfrm>
            <a:off x="11778341" y="6650661"/>
            <a:ext cx="232665" cy="123111"/>
          </a:xfrm>
        </p:spPr>
        <p:txBody>
          <a:bodyPr wrap="square" anchor="ctr">
            <a:normAutofit/>
          </a:bodyPr>
          <a:lstStyle/>
          <a:p>
            <a:pPr algn="r">
              <a:spcAft>
                <a:spcPts val="600"/>
              </a:spcAft>
            </a:pPr>
            <a:fld id="{5D9A5160-6218-4E5A-B9E6-B93E3DAE377C}" type="slidenum">
              <a:rPr lang="en-US" smtClean="0"/>
              <a:pPr algn="r">
                <a:spcAft>
                  <a:spcPts val="600"/>
                </a:spcAft>
              </a:pPr>
              <a:t>7</a:t>
            </a:fld>
            <a:endParaRPr lang="en-US"/>
          </a:p>
        </p:txBody>
      </p:sp>
      <p:sp>
        <p:nvSpPr>
          <p:cNvPr id="15" name="Text Placeholder 5">
            <a:extLst>
              <a:ext uri="{FF2B5EF4-FFF2-40B4-BE49-F238E27FC236}">
                <a16:creationId xmlns:a16="http://schemas.microsoft.com/office/drawing/2014/main" id="{353CD067-6922-62D2-A16B-620EA1D25228}"/>
              </a:ext>
            </a:extLst>
          </p:cNvPr>
          <p:cNvSpPr>
            <a:spLocks noGrp="1"/>
          </p:cNvSpPr>
          <p:nvPr>
            <p:ph type="body" sz="quarter" idx="40"/>
          </p:nvPr>
        </p:nvSpPr>
        <p:spPr>
          <a:xfrm>
            <a:off x="11765626" y="128961"/>
            <a:ext cx="269046" cy="335806"/>
          </a:xfrm>
        </p:spPr>
        <p:txBody>
          <a:bodyPr/>
          <a:lstStyle/>
          <a:p>
            <a:endParaRPr lang="en-US"/>
          </a:p>
        </p:txBody>
      </p:sp>
      <p:sp>
        <p:nvSpPr>
          <p:cNvPr id="17" name="Text Placeholder 6">
            <a:extLst>
              <a:ext uri="{FF2B5EF4-FFF2-40B4-BE49-F238E27FC236}">
                <a16:creationId xmlns:a16="http://schemas.microsoft.com/office/drawing/2014/main" id="{5353F47D-2C46-148C-24DF-A45337CC7CA3}"/>
              </a:ext>
            </a:extLst>
          </p:cNvPr>
          <p:cNvSpPr>
            <a:spLocks noGrp="1"/>
          </p:cNvSpPr>
          <p:nvPr>
            <p:ph type="body" sz="quarter" idx="22"/>
          </p:nvPr>
        </p:nvSpPr>
        <p:spPr>
          <a:xfrm>
            <a:off x="532440" y="2156603"/>
            <a:ext cx="5112568" cy="846386"/>
          </a:xfrm>
        </p:spPr>
        <p:txBody>
          <a:bodyPr/>
          <a:lstStyle/>
          <a:p>
            <a:r>
              <a:rPr lang="pl-PL" dirty="0"/>
              <a:t>Business goal:</a:t>
            </a:r>
          </a:p>
          <a:p>
            <a:endParaRPr lang="en-US" dirty="0"/>
          </a:p>
        </p:txBody>
      </p:sp>
      <p:sp>
        <p:nvSpPr>
          <p:cNvPr id="8" name="Title 7">
            <a:extLst>
              <a:ext uri="{FF2B5EF4-FFF2-40B4-BE49-F238E27FC236}">
                <a16:creationId xmlns:a16="http://schemas.microsoft.com/office/drawing/2014/main" id="{F61F1F48-BBA7-1606-56C3-3F7426B59668}"/>
              </a:ext>
            </a:extLst>
          </p:cNvPr>
          <p:cNvSpPr>
            <a:spLocks noGrp="1"/>
          </p:cNvSpPr>
          <p:nvPr>
            <p:ph type="title"/>
          </p:nvPr>
        </p:nvSpPr>
        <p:spPr>
          <a:xfrm>
            <a:off x="551384" y="549274"/>
            <a:ext cx="5112568" cy="930372"/>
          </a:xfrm>
        </p:spPr>
        <p:txBody>
          <a:bodyPr anchor="b">
            <a:normAutofit/>
          </a:bodyPr>
          <a:lstStyle/>
          <a:p>
            <a:r>
              <a:rPr lang="pl-PL" dirty="0"/>
              <a:t>Hackathon Goal</a:t>
            </a:r>
          </a:p>
        </p:txBody>
      </p:sp>
      <p:sp>
        <p:nvSpPr>
          <p:cNvPr id="9" name="Content Placeholder 8">
            <a:extLst>
              <a:ext uri="{FF2B5EF4-FFF2-40B4-BE49-F238E27FC236}">
                <a16:creationId xmlns:a16="http://schemas.microsoft.com/office/drawing/2014/main" id="{D7BD3900-2A6D-7FE4-C65E-3810D5A0B2EF}"/>
              </a:ext>
            </a:extLst>
          </p:cNvPr>
          <p:cNvSpPr>
            <a:spLocks noGrp="1"/>
          </p:cNvSpPr>
          <p:nvPr>
            <p:ph sz="quarter" idx="3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3351" y="2601093"/>
            <a:ext cx="7344816" cy="4175870"/>
          </a:xfrm>
        </p:spPr>
        <p:txBody>
          <a:bodyPr>
            <a:normAutofit/>
          </a:bodyPr>
          <a:lstStyle/>
          <a:p>
            <a:r>
              <a:rPr lang="pl-PL" sz="1800" dirty="0"/>
              <a:t>Build a </a:t>
            </a:r>
            <a:r>
              <a:rPr lang="pl-PL" sz="1800" b="1" dirty="0"/>
              <a:t>Fraud Detection Engine</a:t>
            </a:r>
            <a:r>
              <a:rPr lang="pl-PL" sz="1800" dirty="0"/>
              <a:t> that : </a:t>
            </a:r>
          </a:p>
          <a:p>
            <a:pPr lvl="1"/>
            <a:r>
              <a:rPr lang="en-US" sz="1800" dirty="0"/>
              <a:t>analyzes payment transactions</a:t>
            </a:r>
            <a:r>
              <a:rPr lang="pl-PL" sz="1800" dirty="0"/>
              <a:t> &amp; detects suspicious activity </a:t>
            </a:r>
          </a:p>
          <a:p>
            <a:pPr lvl="1"/>
            <a:r>
              <a:rPr lang="en-US" sz="1800" dirty="0"/>
              <a:t>Operates in </a:t>
            </a:r>
            <a:r>
              <a:rPr lang="en-US" sz="1800" b="1" dirty="0"/>
              <a:t>under 20 seconds</a:t>
            </a:r>
            <a:r>
              <a:rPr lang="en-US" sz="1800" dirty="0"/>
              <a:t>, based on</a:t>
            </a:r>
            <a:r>
              <a:rPr lang="pl-PL" sz="1800" dirty="0"/>
              <a:t> the given </a:t>
            </a:r>
            <a:r>
              <a:rPr lang="en-US" sz="1800" b="1" dirty="0"/>
              <a:t> FRAML rules</a:t>
            </a:r>
            <a:endParaRPr lang="pl-PL" sz="1800" b="1" dirty="0"/>
          </a:p>
          <a:p>
            <a:pPr marL="0" lvl="1" indent="0">
              <a:buNone/>
            </a:pPr>
            <a:endParaRPr lang="pl-PL" sz="1800" b="1" dirty="0">
              <a:solidFill>
                <a:srgbClr val="0058AB"/>
              </a:solidFill>
            </a:endParaRPr>
          </a:p>
          <a:p>
            <a:r>
              <a:rPr lang="pl-PL" sz="1800" b="1" dirty="0">
                <a:solidFill>
                  <a:srgbClr val="0058AB"/>
                </a:solidFill>
              </a:rPr>
              <a:t>Business Value:</a:t>
            </a:r>
            <a:endParaRPr lang="pl-PL" sz="1800" b="1" dirty="0"/>
          </a:p>
          <a:p>
            <a:pPr lvl="1"/>
            <a:r>
              <a:rPr lang="pl-PL" sz="1800" b="1" dirty="0"/>
              <a:t>Regulatory compliance</a:t>
            </a:r>
            <a:endParaRPr lang="pl-PL" sz="1800" dirty="0"/>
          </a:p>
          <a:p>
            <a:pPr lvl="1"/>
            <a:r>
              <a:rPr lang="pl-PL" sz="1800" b="1" dirty="0"/>
              <a:t>F</a:t>
            </a:r>
            <a:r>
              <a:rPr sz="1800" b="1" dirty="0" err="1"/>
              <a:t>inancial</a:t>
            </a:r>
            <a:r>
              <a:rPr sz="1800" b="1" dirty="0"/>
              <a:t> loss prevention</a:t>
            </a:r>
            <a:r>
              <a:rPr sz="1800" dirty="0"/>
              <a:t> </a:t>
            </a:r>
            <a:endParaRPr lang="pl-PL" sz="1800" dirty="0"/>
          </a:p>
          <a:p>
            <a:pPr lvl="1"/>
            <a:r>
              <a:rPr lang="pl-PL" sz="1800" b="1" dirty="0"/>
              <a:t>Improved </a:t>
            </a:r>
            <a:r>
              <a:rPr sz="1800" b="1" dirty="0"/>
              <a:t>customer </a:t>
            </a:r>
            <a:r>
              <a:rPr lang="pl-PL" sz="1800" b="1" dirty="0"/>
              <a:t>trust</a:t>
            </a:r>
          </a:p>
        </p:txBody>
      </p:sp>
      <p:sp>
        <p:nvSpPr>
          <p:cNvPr id="19" name="Text Placeholder 9">
            <a:extLst>
              <a:ext uri="{FF2B5EF4-FFF2-40B4-BE49-F238E27FC236}">
                <a16:creationId xmlns:a16="http://schemas.microsoft.com/office/drawing/2014/main" id="{548EBAB8-00E7-631C-1EF8-2A7BCAF94B09}"/>
              </a:ext>
            </a:extLst>
          </p:cNvPr>
          <p:cNvSpPr>
            <a:spLocks noGrp="1"/>
          </p:cNvSpPr>
          <p:nvPr>
            <p:ph type="body" sz="quarter" idx="13"/>
          </p:nvPr>
        </p:nvSpPr>
        <p:spPr>
          <a:xfrm>
            <a:off x="550863" y="266219"/>
            <a:ext cx="5111905" cy="151263"/>
          </a:xfrm>
        </p:spPr>
        <p:txBody>
          <a:bodyPr/>
          <a:lstStyle/>
          <a:p>
            <a:endParaRPr lang="en-US"/>
          </a:p>
        </p:txBody>
      </p:sp>
    </p:spTree>
    <p:extLst>
      <p:ext uri="{BB962C8B-B14F-4D97-AF65-F5344CB8AC3E}">
        <p14:creationId xmlns:p14="http://schemas.microsoft.com/office/powerpoint/2010/main" val="783410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5A4D2-3AD6-B100-4E32-722ABD39888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7698281-F0AA-6E04-DDCD-6DBCF986EA4C}"/>
              </a:ext>
            </a:extLst>
          </p:cNvPr>
          <p:cNvSpPr>
            <a:spLocks noGrp="1"/>
          </p:cNvSpPr>
          <p:nvPr>
            <p:ph type="title"/>
          </p:nvPr>
        </p:nvSpPr>
        <p:spPr>
          <a:xfrm>
            <a:off x="551384" y="549274"/>
            <a:ext cx="11090938" cy="930372"/>
          </a:xfrm>
        </p:spPr>
        <p:txBody>
          <a:bodyPr/>
          <a:lstStyle/>
          <a:p>
            <a:r>
              <a:rPr lang="pl-PL" dirty="0"/>
              <a:t>Inputs &amp; Outputs</a:t>
            </a:r>
            <a:endParaRPr lang="en-US" dirty="0"/>
          </a:p>
        </p:txBody>
      </p:sp>
      <p:cxnSp>
        <p:nvCxnSpPr>
          <p:cNvPr id="10" name="Straight Connector 21">
            <a:extLst>
              <a:ext uri="{FF2B5EF4-FFF2-40B4-BE49-F238E27FC236}">
                <a16:creationId xmlns:a16="http://schemas.microsoft.com/office/drawing/2014/main" id="{A1DEAD11-7F6F-E779-D6AD-5A4F1A5409F5}"/>
              </a:ext>
              <a:ext uri="{C183D7F6-B498-43B3-948B-1728B52AA6E4}">
                <adec:decorative xmlns:adec="http://schemas.microsoft.com/office/drawing/2017/decorative" val="1"/>
              </a:ext>
            </a:extLst>
          </p:cNvPr>
          <p:cNvCxnSpPr>
            <a:cxnSpLocks/>
            <a:stCxn id="14" idx="4"/>
          </p:cNvCxnSpPr>
          <p:nvPr/>
        </p:nvCxnSpPr>
        <p:spPr>
          <a:xfrm>
            <a:off x="1760568" y="2744781"/>
            <a:ext cx="0" cy="4130272"/>
          </a:xfrm>
          <a:prstGeom prst="line">
            <a:avLst/>
          </a:prstGeom>
          <a:ln w="38100">
            <a:solidFill>
              <a:schemeClr val="tx2"/>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0C47A25-CDE9-1664-2CC1-F6F19E034027}"/>
              </a:ext>
              <a:ext uri="{C183D7F6-B498-43B3-948B-1728B52AA6E4}">
                <adec:decorative xmlns:adec="http://schemas.microsoft.com/office/drawing/2017/decorative" val="1"/>
              </a:ext>
            </a:extLst>
          </p:cNvPr>
          <p:cNvCxnSpPr>
            <a:cxnSpLocks/>
          </p:cNvCxnSpPr>
          <p:nvPr/>
        </p:nvCxnSpPr>
        <p:spPr>
          <a:xfrm>
            <a:off x="6560660" y="0"/>
            <a:ext cx="0" cy="5229200"/>
          </a:xfrm>
          <a:prstGeom prst="line">
            <a:avLst/>
          </a:prstGeom>
          <a:ln w="38100">
            <a:solidFill>
              <a:schemeClr val="tx2"/>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 name="Oval 24">
            <a:extLst>
              <a:ext uri="{FF2B5EF4-FFF2-40B4-BE49-F238E27FC236}">
                <a16:creationId xmlns:a16="http://schemas.microsoft.com/office/drawing/2014/main" id="{B2674006-401F-BB12-9784-8C25B5D856F7}"/>
              </a:ext>
            </a:extLst>
          </p:cNvPr>
          <p:cNvSpPr/>
          <p:nvPr/>
        </p:nvSpPr>
        <p:spPr>
          <a:xfrm>
            <a:off x="1471884" y="2179302"/>
            <a:ext cx="577368" cy="565479"/>
          </a:xfrm>
          <a:prstGeom prst="ellipse">
            <a:avLst/>
          </a:prstGeom>
          <a:solidFill>
            <a:schemeClr val="tx2"/>
          </a:solidFill>
          <a:ln w="34925">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77906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F6F6F6"/>
              </a:solidFill>
              <a:effectLst/>
              <a:uLnTx/>
              <a:uFillTx/>
              <a:ea typeface="+mn-ea"/>
              <a:cs typeface="+mn-cs"/>
            </a:endParaRPr>
          </a:p>
        </p:txBody>
      </p:sp>
      <p:sp>
        <p:nvSpPr>
          <p:cNvPr id="20" name="Rectangle 19">
            <a:extLst>
              <a:ext uri="{FF2B5EF4-FFF2-40B4-BE49-F238E27FC236}">
                <a16:creationId xmlns:a16="http://schemas.microsoft.com/office/drawing/2014/main" id="{7FDE57B6-B0CB-82DB-74FE-0F8B03960F57}"/>
              </a:ext>
            </a:extLst>
          </p:cNvPr>
          <p:cNvSpPr/>
          <p:nvPr/>
        </p:nvSpPr>
        <p:spPr>
          <a:xfrm>
            <a:off x="2136362" y="2137580"/>
            <a:ext cx="3856411" cy="761926"/>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1" indent="0" algn="l" defTabSz="914400" rtl="0" eaLnBrk="1" fontAlgn="auto" latinLnBrk="0" hangingPunct="1">
              <a:lnSpc>
                <a:spcPct val="100000"/>
              </a:lnSpc>
              <a:spcBef>
                <a:spcPts val="300"/>
              </a:spcBef>
              <a:spcAft>
                <a:spcPts val="0"/>
              </a:spcAft>
              <a:buClr>
                <a:srgbClr val="0070AD"/>
              </a:buClr>
              <a:buSzTx/>
              <a:buFontTx/>
              <a:buNone/>
              <a:tabLst>
                <a:tab pos="180975" algn="l"/>
              </a:tabLst>
              <a:defRPr/>
            </a:pPr>
            <a:r>
              <a:rPr kumimoji="0" lang="pl-PL" sz="2400" b="1" i="0" u="none" strike="noStrike" kern="1200" cap="none" spc="0" normalizeH="0" baseline="0" noProof="0" dirty="0">
                <a:ln>
                  <a:noFill/>
                </a:ln>
                <a:solidFill>
                  <a:srgbClr val="0058AB"/>
                </a:solidFill>
                <a:effectLst/>
                <a:uLnTx/>
                <a:uFillTx/>
                <a:ea typeface="+mn-ea"/>
                <a:cs typeface="+mn-cs"/>
              </a:rPr>
              <a:t>Organizer inputs</a:t>
            </a:r>
            <a:endParaRPr kumimoji="0" lang="en-US" sz="2400" b="1" i="0" u="none" strike="noStrike" kern="1200" cap="none" spc="0" normalizeH="0" baseline="0" noProof="0" dirty="0">
              <a:ln>
                <a:noFill/>
              </a:ln>
              <a:solidFill>
                <a:srgbClr val="0058AB"/>
              </a:solidFill>
              <a:effectLst/>
              <a:uLnTx/>
              <a:uFillTx/>
              <a:ea typeface="+mn-ea"/>
              <a:cs typeface="+mn-cs"/>
            </a:endParaRPr>
          </a:p>
        </p:txBody>
      </p:sp>
      <p:sp>
        <p:nvSpPr>
          <p:cNvPr id="25" name="Oval 37">
            <a:extLst>
              <a:ext uri="{FF2B5EF4-FFF2-40B4-BE49-F238E27FC236}">
                <a16:creationId xmlns:a16="http://schemas.microsoft.com/office/drawing/2014/main" id="{E4F4C699-3194-DB7C-0328-7A2467E9080B}"/>
              </a:ext>
            </a:extLst>
          </p:cNvPr>
          <p:cNvSpPr/>
          <p:nvPr/>
        </p:nvSpPr>
        <p:spPr>
          <a:xfrm>
            <a:off x="1479284" y="3163313"/>
            <a:ext cx="577368" cy="565479"/>
          </a:xfrm>
          <a:prstGeom prst="ellipse">
            <a:avLst/>
          </a:prstGeom>
          <a:solidFill>
            <a:schemeClr val="bg1"/>
          </a:solidFill>
          <a:ln w="34925">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779060" rtl="0" eaLnBrk="1" fontAlgn="auto" latinLnBrk="0" hangingPunct="1">
              <a:lnSpc>
                <a:spcPct val="100000"/>
              </a:lnSpc>
              <a:spcBef>
                <a:spcPts val="0"/>
              </a:spcBef>
              <a:spcAft>
                <a:spcPts val="0"/>
              </a:spcAft>
              <a:buClrTx/>
              <a:buSzTx/>
              <a:buFontTx/>
              <a:buNone/>
              <a:tabLst/>
              <a:defRPr/>
            </a:pPr>
            <a:r>
              <a:rPr lang="pl-PL" sz="2000" dirty="0">
                <a:solidFill>
                  <a:srgbClr val="0057AB"/>
                </a:solidFill>
              </a:rPr>
              <a:t>1</a:t>
            </a:r>
            <a:endParaRPr kumimoji="0" lang="en-US" sz="2000" b="0" i="0" u="none" strike="noStrike" kern="1200" cap="none" spc="0" normalizeH="0" baseline="0" noProof="0" dirty="0">
              <a:ln>
                <a:noFill/>
              </a:ln>
              <a:solidFill>
                <a:srgbClr val="0057AB"/>
              </a:solidFill>
              <a:effectLst/>
              <a:uLnTx/>
              <a:uFillTx/>
              <a:ea typeface="+mn-ea"/>
              <a:cs typeface="+mn-cs"/>
            </a:endParaRPr>
          </a:p>
        </p:txBody>
      </p:sp>
      <p:sp>
        <p:nvSpPr>
          <p:cNvPr id="26" name="Rectangle 25">
            <a:extLst>
              <a:ext uri="{FF2B5EF4-FFF2-40B4-BE49-F238E27FC236}">
                <a16:creationId xmlns:a16="http://schemas.microsoft.com/office/drawing/2014/main" id="{90B4E397-9A47-2BFB-A8F9-B02168F05BCC}"/>
              </a:ext>
            </a:extLst>
          </p:cNvPr>
          <p:cNvSpPr/>
          <p:nvPr/>
        </p:nvSpPr>
        <p:spPr>
          <a:xfrm>
            <a:off x="2126883" y="3150790"/>
            <a:ext cx="3856410" cy="761926"/>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lvl="1">
              <a:spcBef>
                <a:spcPts val="300"/>
              </a:spcBef>
              <a:buClr>
                <a:srgbClr val="0070AD"/>
              </a:buClr>
              <a:tabLst>
                <a:tab pos="180975" algn="l"/>
              </a:tabLst>
              <a:defRPr/>
            </a:pPr>
            <a:r>
              <a:rPr lang="pl-PL" sz="2000" b="1" dirty="0">
                <a:solidFill>
                  <a:srgbClr val="000000"/>
                </a:solidFill>
              </a:rPr>
              <a:t>File with Transactions</a:t>
            </a:r>
            <a:endParaRPr lang="en-US" sz="2000" b="1" dirty="0">
              <a:solidFill>
                <a:srgbClr val="000000"/>
              </a:solidFill>
            </a:endParaRPr>
          </a:p>
          <a:p>
            <a:pPr marL="171450" lvl="1" indent="-171450">
              <a:spcBef>
                <a:spcPts val="300"/>
              </a:spcBef>
              <a:buClr>
                <a:srgbClr val="0070AD"/>
              </a:buClr>
              <a:buFont typeface="Arial" panose="020B0604020202020204" pitchFamily="34" charset="0"/>
              <a:buChar char="•"/>
              <a:tabLst>
                <a:tab pos="180975" algn="l"/>
              </a:tabLst>
              <a:defRPr/>
            </a:pPr>
            <a:r>
              <a:rPr lang="pl-PL" sz="1400" dirty="0">
                <a:solidFill>
                  <a:srgbClr val="000000"/>
                </a:solidFill>
              </a:rPr>
              <a:t>Payments t</a:t>
            </a:r>
            <a:r>
              <a:rPr lang="en-US" sz="1400" dirty="0">
                <a:solidFill>
                  <a:srgbClr val="000000"/>
                </a:solidFill>
              </a:rPr>
              <a:t>o </a:t>
            </a:r>
            <a:r>
              <a:rPr lang="pl-PL" sz="1400" dirty="0">
                <a:solidFill>
                  <a:srgbClr val="000000"/>
                </a:solidFill>
              </a:rPr>
              <a:t>be verified</a:t>
            </a:r>
            <a:endParaRPr lang="en-US" sz="1400" dirty="0">
              <a:solidFill>
                <a:srgbClr val="000000"/>
              </a:solidFill>
            </a:endParaRPr>
          </a:p>
        </p:txBody>
      </p:sp>
      <p:sp>
        <p:nvSpPr>
          <p:cNvPr id="27" name="Oval 37">
            <a:extLst>
              <a:ext uri="{FF2B5EF4-FFF2-40B4-BE49-F238E27FC236}">
                <a16:creationId xmlns:a16="http://schemas.microsoft.com/office/drawing/2014/main" id="{9F75CE08-5513-6CAE-4FEB-C1F8A03F09B3}"/>
              </a:ext>
            </a:extLst>
          </p:cNvPr>
          <p:cNvSpPr/>
          <p:nvPr/>
        </p:nvSpPr>
        <p:spPr>
          <a:xfrm>
            <a:off x="1479284" y="4143616"/>
            <a:ext cx="577368" cy="565479"/>
          </a:xfrm>
          <a:prstGeom prst="ellipse">
            <a:avLst/>
          </a:prstGeom>
          <a:solidFill>
            <a:schemeClr val="bg1"/>
          </a:solidFill>
          <a:ln w="34925">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779060" rtl="0" eaLnBrk="1" fontAlgn="auto" latinLnBrk="0" hangingPunct="1">
              <a:lnSpc>
                <a:spcPct val="100000"/>
              </a:lnSpc>
              <a:spcBef>
                <a:spcPts val="0"/>
              </a:spcBef>
              <a:spcAft>
                <a:spcPts val="0"/>
              </a:spcAft>
              <a:buClrTx/>
              <a:buSzTx/>
              <a:buFontTx/>
              <a:buNone/>
              <a:tabLst/>
              <a:defRPr/>
            </a:pPr>
            <a:r>
              <a:rPr lang="pl-PL" sz="2000" dirty="0">
                <a:solidFill>
                  <a:srgbClr val="0057AB"/>
                </a:solidFill>
              </a:rPr>
              <a:t>2</a:t>
            </a:r>
            <a:endParaRPr kumimoji="0" lang="en-US" sz="2000" b="0" i="0" u="none" strike="noStrike" kern="1200" cap="none" spc="0" normalizeH="0" baseline="0" noProof="0" dirty="0">
              <a:ln>
                <a:noFill/>
              </a:ln>
              <a:solidFill>
                <a:srgbClr val="0057AB"/>
              </a:solidFill>
              <a:effectLst/>
              <a:uLnTx/>
              <a:uFillTx/>
              <a:ea typeface="+mn-ea"/>
              <a:cs typeface="+mn-cs"/>
            </a:endParaRPr>
          </a:p>
        </p:txBody>
      </p:sp>
      <p:sp>
        <p:nvSpPr>
          <p:cNvPr id="28" name="Rectangle 27">
            <a:extLst>
              <a:ext uri="{FF2B5EF4-FFF2-40B4-BE49-F238E27FC236}">
                <a16:creationId xmlns:a16="http://schemas.microsoft.com/office/drawing/2014/main" id="{59F6F24A-A9C2-D706-0C4E-62E01524603F}"/>
              </a:ext>
            </a:extLst>
          </p:cNvPr>
          <p:cNvSpPr/>
          <p:nvPr/>
        </p:nvSpPr>
        <p:spPr>
          <a:xfrm>
            <a:off x="2126883" y="4138799"/>
            <a:ext cx="4034342" cy="894073"/>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lvl="1">
              <a:spcBef>
                <a:spcPts val="300"/>
              </a:spcBef>
              <a:buClr>
                <a:srgbClr val="0070AD"/>
              </a:buClr>
              <a:tabLst>
                <a:tab pos="180975" algn="l"/>
              </a:tabLst>
              <a:defRPr/>
            </a:pPr>
            <a:r>
              <a:rPr lang="pl-PL" sz="2000" b="1" dirty="0">
                <a:solidFill>
                  <a:srgbClr val="000000"/>
                </a:solidFill>
              </a:rPr>
              <a:t>Files Specifications</a:t>
            </a:r>
            <a:endParaRPr lang="en-US" sz="2000" b="1" dirty="0">
              <a:solidFill>
                <a:srgbClr val="000000"/>
              </a:solidFill>
            </a:endParaRPr>
          </a:p>
          <a:p>
            <a:pPr marL="171450" marR="0" lvl="1" indent="-171450" algn="l" defTabSz="914400" rtl="0" eaLnBrk="1" fontAlgn="auto" latinLnBrk="0" hangingPunct="1">
              <a:lnSpc>
                <a:spcPct val="100000"/>
              </a:lnSpc>
              <a:spcBef>
                <a:spcPts val="300"/>
              </a:spcBef>
              <a:spcAft>
                <a:spcPts val="0"/>
              </a:spcAft>
              <a:buClr>
                <a:srgbClr val="0070AD"/>
              </a:buClr>
              <a:buSzTx/>
              <a:buFont typeface="Arial" panose="020B0604020202020204" pitchFamily="34" charset="0"/>
              <a:buChar char="•"/>
              <a:tabLst>
                <a:tab pos="180975" algn="l"/>
              </a:tabLst>
              <a:defRPr/>
            </a:pPr>
            <a:r>
              <a:rPr kumimoji="0" lang="pl-PL" sz="1400" b="0" i="0" u="none" strike="noStrike" kern="1200" cap="none" spc="0" normalizeH="0" baseline="0" noProof="0" dirty="0">
                <a:ln>
                  <a:noFill/>
                </a:ln>
                <a:solidFill>
                  <a:srgbClr val="000000"/>
                </a:solidFill>
                <a:effectLst/>
                <a:uLnTx/>
                <a:uFillTx/>
                <a:ea typeface="+mn-ea"/>
                <a:cs typeface="+mn-cs"/>
              </a:rPr>
              <a:t> For the input file</a:t>
            </a:r>
          </a:p>
          <a:p>
            <a:pPr marL="171450" marR="0" lvl="1" indent="-171450" algn="l" defTabSz="914400" rtl="0" eaLnBrk="1" fontAlgn="auto" latinLnBrk="0" hangingPunct="1">
              <a:lnSpc>
                <a:spcPct val="100000"/>
              </a:lnSpc>
              <a:spcBef>
                <a:spcPts val="300"/>
              </a:spcBef>
              <a:spcAft>
                <a:spcPts val="0"/>
              </a:spcAft>
              <a:buClr>
                <a:srgbClr val="0070AD"/>
              </a:buClr>
              <a:buSzTx/>
              <a:buFont typeface="Arial" panose="020B0604020202020204" pitchFamily="34" charset="0"/>
              <a:buChar char="•"/>
              <a:tabLst>
                <a:tab pos="180975" algn="l"/>
              </a:tabLst>
              <a:defRPr/>
            </a:pPr>
            <a:r>
              <a:rPr kumimoji="0" lang="pl-PL" sz="1400" b="0" i="0" u="none" strike="noStrike" kern="1200" cap="none" spc="0" normalizeH="0" baseline="0" noProof="0" dirty="0">
                <a:ln>
                  <a:noFill/>
                </a:ln>
                <a:solidFill>
                  <a:srgbClr val="000000"/>
                </a:solidFill>
                <a:effectLst/>
                <a:uLnTx/>
                <a:uFillTx/>
                <a:ea typeface="+mn-ea"/>
                <a:cs typeface="+mn-cs"/>
              </a:rPr>
              <a:t> For output file with results</a:t>
            </a:r>
            <a:endParaRPr kumimoji="0" lang="en-US" sz="1400" b="0" i="0" u="none" strike="noStrike" kern="1200" cap="none" spc="0" normalizeH="0" baseline="0" noProof="0" dirty="0">
              <a:ln>
                <a:noFill/>
              </a:ln>
              <a:solidFill>
                <a:srgbClr val="000000"/>
              </a:solidFill>
              <a:effectLst/>
              <a:uLnTx/>
              <a:uFillTx/>
              <a:ea typeface="+mn-ea"/>
              <a:cs typeface="+mn-cs"/>
            </a:endParaRPr>
          </a:p>
        </p:txBody>
      </p:sp>
      <p:sp>
        <p:nvSpPr>
          <p:cNvPr id="29" name="Oval 37">
            <a:extLst>
              <a:ext uri="{FF2B5EF4-FFF2-40B4-BE49-F238E27FC236}">
                <a16:creationId xmlns:a16="http://schemas.microsoft.com/office/drawing/2014/main" id="{472141BF-4832-93A7-9ABE-6D3798EE0F6E}"/>
              </a:ext>
            </a:extLst>
          </p:cNvPr>
          <p:cNvSpPr/>
          <p:nvPr/>
        </p:nvSpPr>
        <p:spPr>
          <a:xfrm>
            <a:off x="1479284" y="5132157"/>
            <a:ext cx="577368" cy="565479"/>
          </a:xfrm>
          <a:prstGeom prst="ellipse">
            <a:avLst/>
          </a:prstGeom>
          <a:solidFill>
            <a:schemeClr val="bg1"/>
          </a:solidFill>
          <a:ln w="34925">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779060" rtl="0" eaLnBrk="1" fontAlgn="auto" latinLnBrk="0" hangingPunct="1">
              <a:lnSpc>
                <a:spcPct val="100000"/>
              </a:lnSpc>
              <a:spcBef>
                <a:spcPts val="0"/>
              </a:spcBef>
              <a:spcAft>
                <a:spcPts val="0"/>
              </a:spcAft>
              <a:buClrTx/>
              <a:buSzTx/>
              <a:buFontTx/>
              <a:buNone/>
              <a:tabLst/>
              <a:defRPr/>
            </a:pPr>
            <a:r>
              <a:rPr lang="pl-PL" sz="2000" dirty="0">
                <a:solidFill>
                  <a:srgbClr val="0057AB"/>
                </a:solidFill>
              </a:rPr>
              <a:t>3</a:t>
            </a:r>
            <a:endParaRPr kumimoji="0" lang="en-US" sz="2000" b="0" i="0" u="none" strike="noStrike" kern="1200" cap="none" spc="0" normalizeH="0" baseline="0" noProof="0" dirty="0">
              <a:ln>
                <a:noFill/>
              </a:ln>
              <a:solidFill>
                <a:srgbClr val="0057AB"/>
              </a:solidFill>
              <a:effectLst/>
              <a:uLnTx/>
              <a:uFillTx/>
              <a:ea typeface="+mn-ea"/>
              <a:cs typeface="+mn-cs"/>
            </a:endParaRPr>
          </a:p>
        </p:txBody>
      </p:sp>
      <p:sp>
        <p:nvSpPr>
          <p:cNvPr id="33" name="Rectangle 32">
            <a:extLst>
              <a:ext uri="{FF2B5EF4-FFF2-40B4-BE49-F238E27FC236}">
                <a16:creationId xmlns:a16="http://schemas.microsoft.com/office/drawing/2014/main" id="{67F47E99-E07E-0B5B-0518-39CAB9A4E5F9}"/>
              </a:ext>
            </a:extLst>
          </p:cNvPr>
          <p:cNvSpPr/>
          <p:nvPr/>
        </p:nvSpPr>
        <p:spPr>
          <a:xfrm>
            <a:off x="2126883" y="5119634"/>
            <a:ext cx="3785741" cy="761926"/>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lvl="1">
              <a:spcBef>
                <a:spcPts val="300"/>
              </a:spcBef>
              <a:buClr>
                <a:srgbClr val="0070AD"/>
              </a:buClr>
              <a:tabLst>
                <a:tab pos="180975" algn="l"/>
              </a:tabLst>
              <a:defRPr/>
            </a:pPr>
            <a:endParaRPr lang="pl-PL" sz="2000" b="1" dirty="0">
              <a:solidFill>
                <a:srgbClr val="000000"/>
              </a:solidFill>
            </a:endParaRPr>
          </a:p>
          <a:p>
            <a:pPr marL="0" lvl="1">
              <a:spcBef>
                <a:spcPts val="300"/>
              </a:spcBef>
              <a:buClr>
                <a:srgbClr val="0070AD"/>
              </a:buClr>
              <a:tabLst>
                <a:tab pos="180975" algn="l"/>
              </a:tabLst>
              <a:defRPr/>
            </a:pPr>
            <a:endParaRPr kumimoji="0" lang="en-US" sz="1400" b="0" i="0" u="none" strike="noStrike" kern="1200" cap="none" spc="0" normalizeH="0" baseline="0" noProof="0" dirty="0">
              <a:ln>
                <a:noFill/>
              </a:ln>
              <a:solidFill>
                <a:srgbClr val="000000"/>
              </a:solidFill>
              <a:effectLst/>
              <a:uLnTx/>
              <a:uFillTx/>
              <a:ea typeface="+mn-ea"/>
              <a:cs typeface="+mn-cs"/>
            </a:endParaRPr>
          </a:p>
        </p:txBody>
      </p:sp>
      <p:sp>
        <p:nvSpPr>
          <p:cNvPr id="35" name="Rectangle 34">
            <a:extLst>
              <a:ext uri="{FF2B5EF4-FFF2-40B4-BE49-F238E27FC236}">
                <a16:creationId xmlns:a16="http://schemas.microsoft.com/office/drawing/2014/main" id="{61FEDB38-2EC0-2511-6962-C0FA4B96B044}"/>
              </a:ext>
            </a:extLst>
          </p:cNvPr>
          <p:cNvSpPr/>
          <p:nvPr/>
        </p:nvSpPr>
        <p:spPr>
          <a:xfrm>
            <a:off x="6960096" y="2187669"/>
            <a:ext cx="3914836" cy="761926"/>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lvl="1">
              <a:spcBef>
                <a:spcPts val="300"/>
              </a:spcBef>
              <a:buClr>
                <a:srgbClr val="0070AD"/>
              </a:buClr>
              <a:tabLst>
                <a:tab pos="180975" algn="l"/>
              </a:tabLst>
              <a:defRPr/>
            </a:pPr>
            <a:r>
              <a:rPr lang="pl-PL" sz="2400" b="1" dirty="0">
                <a:solidFill>
                  <a:srgbClr val="0058AB"/>
                </a:solidFill>
              </a:rPr>
              <a:t>Expected outputs</a:t>
            </a:r>
            <a:endParaRPr lang="en-US" sz="2000" b="1" dirty="0">
              <a:solidFill>
                <a:srgbClr val="0058AB"/>
              </a:solidFill>
            </a:endParaRPr>
          </a:p>
        </p:txBody>
      </p:sp>
      <p:sp>
        <p:nvSpPr>
          <p:cNvPr id="36" name="Oval 37">
            <a:extLst>
              <a:ext uri="{FF2B5EF4-FFF2-40B4-BE49-F238E27FC236}">
                <a16:creationId xmlns:a16="http://schemas.microsoft.com/office/drawing/2014/main" id="{4DD99196-42A1-155A-6DE9-BE4D93499398}"/>
              </a:ext>
            </a:extLst>
          </p:cNvPr>
          <p:cNvSpPr/>
          <p:nvPr/>
        </p:nvSpPr>
        <p:spPr>
          <a:xfrm>
            <a:off x="6279376" y="3146260"/>
            <a:ext cx="577368" cy="565479"/>
          </a:xfrm>
          <a:prstGeom prst="ellipse">
            <a:avLst/>
          </a:prstGeom>
          <a:solidFill>
            <a:schemeClr val="bg1"/>
          </a:solidFill>
          <a:ln w="34925">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779060" rtl="0" eaLnBrk="1" fontAlgn="auto" latinLnBrk="0" hangingPunct="1">
              <a:lnSpc>
                <a:spcPct val="100000"/>
              </a:lnSpc>
              <a:spcBef>
                <a:spcPts val="0"/>
              </a:spcBef>
              <a:spcAft>
                <a:spcPts val="0"/>
              </a:spcAft>
              <a:buClrTx/>
              <a:buSzTx/>
              <a:buFontTx/>
              <a:buNone/>
              <a:tabLst/>
              <a:defRPr/>
            </a:pPr>
            <a:r>
              <a:rPr lang="pl-PL" sz="2000" dirty="0">
                <a:solidFill>
                  <a:srgbClr val="0057AB"/>
                </a:solidFill>
              </a:rPr>
              <a:t>1</a:t>
            </a:r>
            <a:endParaRPr kumimoji="0" lang="en-US" sz="2000" b="0" i="0" u="none" strike="noStrike" kern="1200" cap="none" spc="0" normalizeH="0" baseline="0" noProof="0" dirty="0">
              <a:ln>
                <a:noFill/>
              </a:ln>
              <a:solidFill>
                <a:srgbClr val="0057AB"/>
              </a:solidFill>
              <a:effectLst/>
              <a:uLnTx/>
              <a:uFillTx/>
              <a:ea typeface="+mn-ea"/>
              <a:cs typeface="+mn-cs"/>
            </a:endParaRPr>
          </a:p>
        </p:txBody>
      </p:sp>
      <p:sp>
        <p:nvSpPr>
          <p:cNvPr id="37" name="Rectangle 36">
            <a:extLst>
              <a:ext uri="{FF2B5EF4-FFF2-40B4-BE49-F238E27FC236}">
                <a16:creationId xmlns:a16="http://schemas.microsoft.com/office/drawing/2014/main" id="{83700C14-B658-A493-B0F0-E53BBB5DB7F4}"/>
              </a:ext>
            </a:extLst>
          </p:cNvPr>
          <p:cNvSpPr/>
          <p:nvPr/>
        </p:nvSpPr>
        <p:spPr>
          <a:xfrm>
            <a:off x="7032624" y="3150790"/>
            <a:ext cx="4247951" cy="761926"/>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lvl="1">
              <a:spcBef>
                <a:spcPts val="300"/>
              </a:spcBef>
              <a:buClr>
                <a:srgbClr val="0070AD"/>
              </a:buClr>
              <a:tabLst>
                <a:tab pos="180975" algn="l"/>
              </a:tabLst>
              <a:defRPr/>
            </a:pPr>
            <a:r>
              <a:rPr lang="pl-PL" sz="2000" b="1" dirty="0">
                <a:solidFill>
                  <a:srgbClr val="000000"/>
                </a:solidFill>
              </a:rPr>
              <a:t>Fraud detection engine</a:t>
            </a:r>
            <a:r>
              <a:rPr lang="en-US" sz="2000" b="1" dirty="0">
                <a:solidFill>
                  <a:srgbClr val="000000"/>
                </a:solidFill>
              </a:rPr>
              <a:t>.</a:t>
            </a:r>
          </a:p>
          <a:p>
            <a:pPr marL="171450" marR="0" lvl="1" indent="-171450" algn="l" defTabSz="914400" rtl="0" eaLnBrk="1" fontAlgn="auto" latinLnBrk="0" hangingPunct="1">
              <a:lnSpc>
                <a:spcPct val="100000"/>
              </a:lnSpc>
              <a:spcBef>
                <a:spcPts val="300"/>
              </a:spcBef>
              <a:spcAft>
                <a:spcPts val="0"/>
              </a:spcAft>
              <a:buClr>
                <a:srgbClr val="0070AD"/>
              </a:buClr>
              <a:buSzTx/>
              <a:buFont typeface="Arial" panose="020B0604020202020204" pitchFamily="34" charset="0"/>
              <a:buChar char="•"/>
              <a:tabLst>
                <a:tab pos="180975" algn="l"/>
              </a:tabLst>
              <a:defRPr/>
            </a:pPr>
            <a:r>
              <a:rPr kumimoji="0" lang="pl-PL" sz="1400" b="0" i="0" u="none" strike="noStrike" kern="1200" cap="none" spc="0" normalizeH="0" baseline="0" noProof="0" dirty="0">
                <a:ln>
                  <a:noFill/>
                </a:ln>
                <a:solidFill>
                  <a:srgbClr val="000000"/>
                </a:solidFill>
                <a:effectLst/>
                <a:uLnTx/>
                <a:uFillTx/>
                <a:ea typeface="+mn-ea"/>
                <a:cs typeface="+mn-cs"/>
              </a:rPr>
              <a:t>Working model implemented in Python</a:t>
            </a:r>
          </a:p>
        </p:txBody>
      </p:sp>
      <p:sp>
        <p:nvSpPr>
          <p:cNvPr id="38" name="Oval 37">
            <a:extLst>
              <a:ext uri="{FF2B5EF4-FFF2-40B4-BE49-F238E27FC236}">
                <a16:creationId xmlns:a16="http://schemas.microsoft.com/office/drawing/2014/main" id="{DA52ECEA-C825-A143-67D1-7319995B9F5E}"/>
              </a:ext>
            </a:extLst>
          </p:cNvPr>
          <p:cNvSpPr/>
          <p:nvPr/>
        </p:nvSpPr>
        <p:spPr>
          <a:xfrm>
            <a:off x="6279376" y="4126563"/>
            <a:ext cx="577368" cy="565479"/>
          </a:xfrm>
          <a:prstGeom prst="ellipse">
            <a:avLst/>
          </a:prstGeom>
          <a:solidFill>
            <a:schemeClr val="bg1"/>
          </a:solidFill>
          <a:ln w="34925">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779060" rtl="0" eaLnBrk="1" fontAlgn="auto" latinLnBrk="0" hangingPunct="1">
              <a:lnSpc>
                <a:spcPct val="100000"/>
              </a:lnSpc>
              <a:spcBef>
                <a:spcPts val="0"/>
              </a:spcBef>
              <a:spcAft>
                <a:spcPts val="0"/>
              </a:spcAft>
              <a:buClrTx/>
              <a:buSzTx/>
              <a:buFontTx/>
              <a:buNone/>
              <a:tabLst/>
              <a:defRPr/>
            </a:pPr>
            <a:r>
              <a:rPr lang="pl-PL" sz="2000" dirty="0">
                <a:solidFill>
                  <a:srgbClr val="0057AB"/>
                </a:solidFill>
              </a:rPr>
              <a:t>2</a:t>
            </a:r>
            <a:endParaRPr kumimoji="0" lang="en-US" sz="2000" b="0" i="0" u="none" strike="noStrike" kern="1200" cap="none" spc="0" normalizeH="0" baseline="0" noProof="0" dirty="0">
              <a:ln>
                <a:noFill/>
              </a:ln>
              <a:solidFill>
                <a:srgbClr val="0057AB"/>
              </a:solidFill>
              <a:effectLst/>
              <a:uLnTx/>
              <a:uFillTx/>
              <a:ea typeface="+mn-ea"/>
              <a:cs typeface="+mn-cs"/>
            </a:endParaRPr>
          </a:p>
        </p:txBody>
      </p:sp>
      <p:sp>
        <p:nvSpPr>
          <p:cNvPr id="39" name="Rectangle 38">
            <a:extLst>
              <a:ext uri="{FF2B5EF4-FFF2-40B4-BE49-F238E27FC236}">
                <a16:creationId xmlns:a16="http://schemas.microsoft.com/office/drawing/2014/main" id="{28DBC78D-34E2-DD15-7A1F-E708A0A63DEB}"/>
              </a:ext>
            </a:extLst>
          </p:cNvPr>
          <p:cNvSpPr/>
          <p:nvPr/>
        </p:nvSpPr>
        <p:spPr>
          <a:xfrm>
            <a:off x="7045083" y="4137457"/>
            <a:ext cx="4978378" cy="882083"/>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lvl="1">
              <a:spcBef>
                <a:spcPts val="300"/>
              </a:spcBef>
              <a:buClr>
                <a:srgbClr val="0070AD"/>
              </a:buClr>
              <a:tabLst>
                <a:tab pos="180975" algn="l"/>
              </a:tabLst>
              <a:defRPr/>
            </a:pPr>
            <a:r>
              <a:rPr lang="pl-PL" sz="2000" b="1" dirty="0">
                <a:solidFill>
                  <a:srgbClr val="000000"/>
                </a:solidFill>
              </a:rPr>
              <a:t>File with results</a:t>
            </a:r>
          </a:p>
          <a:p>
            <a:pPr marL="171450" marR="0" lvl="1" indent="-171450" algn="l" defTabSz="914400" rtl="0" eaLnBrk="1" fontAlgn="auto" latinLnBrk="0" hangingPunct="1">
              <a:lnSpc>
                <a:spcPct val="100000"/>
              </a:lnSpc>
              <a:spcBef>
                <a:spcPts val="300"/>
              </a:spcBef>
              <a:spcAft>
                <a:spcPts val="0"/>
              </a:spcAft>
              <a:buClr>
                <a:srgbClr val="0070AD"/>
              </a:buClr>
              <a:buSzTx/>
              <a:buFont typeface="Arial" panose="020B0604020202020204" pitchFamily="34" charset="0"/>
              <a:buChar char="•"/>
              <a:tabLst>
                <a:tab pos="180975" algn="l"/>
              </a:tabLst>
              <a:defRPr/>
            </a:pPr>
            <a:r>
              <a:rPr lang="pl-PL" sz="1400" dirty="0">
                <a:solidFill>
                  <a:srgbClr val="000000"/>
                </a:solidFill>
              </a:rPr>
              <a:t>List if all transactions with results</a:t>
            </a:r>
            <a:endParaRPr kumimoji="0" lang="en-US" sz="1400" b="0" i="0" u="none" strike="noStrike" kern="1200" cap="none" spc="0" normalizeH="0" baseline="0" noProof="0" dirty="0">
              <a:ln>
                <a:noFill/>
              </a:ln>
              <a:solidFill>
                <a:srgbClr val="000000"/>
              </a:solidFill>
              <a:effectLst/>
              <a:uLnTx/>
              <a:uFillTx/>
              <a:ea typeface="+mn-ea"/>
              <a:cs typeface="+mn-cs"/>
            </a:endParaRPr>
          </a:p>
        </p:txBody>
      </p:sp>
      <p:sp>
        <p:nvSpPr>
          <p:cNvPr id="40" name="Oval 37">
            <a:extLst>
              <a:ext uri="{FF2B5EF4-FFF2-40B4-BE49-F238E27FC236}">
                <a16:creationId xmlns:a16="http://schemas.microsoft.com/office/drawing/2014/main" id="{06EE2438-C93C-33A0-2399-E3E4DB3ACE1A}"/>
              </a:ext>
            </a:extLst>
          </p:cNvPr>
          <p:cNvSpPr/>
          <p:nvPr/>
        </p:nvSpPr>
        <p:spPr>
          <a:xfrm>
            <a:off x="6279376" y="5115104"/>
            <a:ext cx="577368" cy="565479"/>
          </a:xfrm>
          <a:prstGeom prst="ellipse">
            <a:avLst/>
          </a:prstGeom>
          <a:solidFill>
            <a:schemeClr val="bg1"/>
          </a:solidFill>
          <a:ln w="34925">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779060" rtl="0" eaLnBrk="1" fontAlgn="auto" latinLnBrk="0" hangingPunct="1">
              <a:lnSpc>
                <a:spcPct val="100000"/>
              </a:lnSpc>
              <a:spcBef>
                <a:spcPts val="0"/>
              </a:spcBef>
              <a:spcAft>
                <a:spcPts val="0"/>
              </a:spcAft>
              <a:buClrTx/>
              <a:buSzTx/>
              <a:buFontTx/>
              <a:buNone/>
              <a:tabLst/>
              <a:defRPr/>
            </a:pPr>
            <a:r>
              <a:rPr lang="pl-PL" sz="2000" dirty="0">
                <a:solidFill>
                  <a:srgbClr val="0057AB"/>
                </a:solidFill>
              </a:rPr>
              <a:t>3</a:t>
            </a:r>
            <a:endParaRPr kumimoji="0" lang="en-US" sz="2000" b="0" i="0" u="none" strike="noStrike" kern="1200" cap="none" spc="0" normalizeH="0" baseline="0" noProof="0" dirty="0">
              <a:ln>
                <a:noFill/>
              </a:ln>
              <a:solidFill>
                <a:srgbClr val="0057AB"/>
              </a:solidFill>
              <a:effectLst/>
              <a:uLnTx/>
              <a:uFillTx/>
              <a:ea typeface="+mn-ea"/>
              <a:cs typeface="+mn-cs"/>
            </a:endParaRPr>
          </a:p>
        </p:txBody>
      </p:sp>
      <p:sp>
        <p:nvSpPr>
          <p:cNvPr id="41" name="Rectangle 40">
            <a:extLst>
              <a:ext uri="{FF2B5EF4-FFF2-40B4-BE49-F238E27FC236}">
                <a16:creationId xmlns:a16="http://schemas.microsoft.com/office/drawing/2014/main" id="{F45A9947-0276-8032-7428-C6D0787AC195}"/>
              </a:ext>
            </a:extLst>
          </p:cNvPr>
          <p:cNvSpPr/>
          <p:nvPr/>
        </p:nvSpPr>
        <p:spPr>
          <a:xfrm>
            <a:off x="7045082" y="5115104"/>
            <a:ext cx="4978378" cy="761926"/>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lvl="1">
              <a:spcBef>
                <a:spcPts val="300"/>
              </a:spcBef>
              <a:buClr>
                <a:srgbClr val="0070AD"/>
              </a:buClr>
              <a:tabLst>
                <a:tab pos="180975" algn="l"/>
              </a:tabLst>
              <a:defRPr/>
            </a:pPr>
            <a:r>
              <a:rPr lang="en-US" sz="2000" b="1" dirty="0">
                <a:solidFill>
                  <a:srgbClr val="000000"/>
                </a:solidFill>
              </a:rPr>
              <a:t>Alert dashboard </a:t>
            </a:r>
          </a:p>
          <a:p>
            <a:pPr marL="171450" marR="0" lvl="1" indent="-171450" algn="l" defTabSz="914400" rtl="0" eaLnBrk="1" fontAlgn="auto" latinLnBrk="0" hangingPunct="1">
              <a:lnSpc>
                <a:spcPct val="100000"/>
              </a:lnSpc>
              <a:spcBef>
                <a:spcPts val="300"/>
              </a:spcBef>
              <a:spcAft>
                <a:spcPts val="0"/>
              </a:spcAft>
              <a:buClr>
                <a:srgbClr val="0070AD"/>
              </a:buClr>
              <a:buSzTx/>
              <a:buFont typeface="Arial" panose="020B0604020202020204" pitchFamily="34" charset="0"/>
              <a:buChar char="•"/>
              <a:tabLst>
                <a:tab pos="180975" algn="l"/>
              </a:tabLst>
              <a:defRPr/>
            </a:pPr>
            <a:r>
              <a:rPr kumimoji="0" lang="pl-PL" sz="1400" b="0" i="0" u="none" strike="noStrike" kern="1200" cap="none" spc="0" normalizeH="0" baseline="0" noProof="0" dirty="0">
                <a:ln>
                  <a:noFill/>
                </a:ln>
                <a:solidFill>
                  <a:srgbClr val="000000"/>
                </a:solidFill>
                <a:effectLst/>
                <a:uLnTx/>
                <a:uFillTx/>
                <a:ea typeface="+mn-ea"/>
                <a:cs typeface="+mn-cs"/>
              </a:rPr>
              <a:t>Visualization</a:t>
            </a:r>
            <a:endParaRPr kumimoji="0" lang="en-US" sz="1400" b="0" i="0" u="none" strike="noStrike" kern="1200" cap="none" spc="0" normalizeH="0" baseline="0" noProof="0" dirty="0">
              <a:ln>
                <a:noFill/>
              </a:ln>
              <a:solidFill>
                <a:srgbClr val="000000"/>
              </a:solidFill>
              <a:effectLst/>
              <a:uLnTx/>
              <a:uFillTx/>
              <a:ea typeface="+mn-ea"/>
              <a:cs typeface="+mn-cs"/>
            </a:endParaRPr>
          </a:p>
        </p:txBody>
      </p:sp>
      <p:sp>
        <p:nvSpPr>
          <p:cNvPr id="19" name="Date Placeholder 18">
            <a:extLst>
              <a:ext uri="{FF2B5EF4-FFF2-40B4-BE49-F238E27FC236}">
                <a16:creationId xmlns:a16="http://schemas.microsoft.com/office/drawing/2014/main" id="{9D0C34EB-F83B-DDC8-563F-1FECF32785B8}"/>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21" name="Footer Placeholder 20">
            <a:extLst>
              <a:ext uri="{FF2B5EF4-FFF2-40B4-BE49-F238E27FC236}">
                <a16:creationId xmlns:a16="http://schemas.microsoft.com/office/drawing/2014/main" id="{CA3C1371-05C6-3EFF-1721-653BAEE4CFEF}"/>
              </a:ext>
            </a:extLst>
          </p:cNvPr>
          <p:cNvSpPr>
            <a:spLocks noGrp="1"/>
          </p:cNvSpPr>
          <p:nvPr>
            <p:ph type="ftr" sz="quarter" idx="11"/>
          </p:nvPr>
        </p:nvSpPr>
        <p:spPr/>
        <p:txBody>
          <a:bodyPr/>
          <a:lstStyle/>
          <a:p>
            <a:pPr>
              <a:spcBef>
                <a:spcPts val="1000"/>
              </a:spcBef>
              <a:buFont typeface="Arial" panose="020B0604020202020204" pitchFamily="34" charset="0"/>
              <a:buNone/>
            </a:pPr>
            <a:r>
              <a:rPr lang="en-US" dirty="0"/>
              <a:t>Presentation Title | Author | Date</a:t>
            </a:r>
          </a:p>
        </p:txBody>
      </p:sp>
      <p:sp>
        <p:nvSpPr>
          <p:cNvPr id="22" name="Slide Number Placeholder 21">
            <a:extLst>
              <a:ext uri="{FF2B5EF4-FFF2-40B4-BE49-F238E27FC236}">
                <a16:creationId xmlns:a16="http://schemas.microsoft.com/office/drawing/2014/main" id="{CC9FF360-0138-8D93-EBCD-5827813C2D5E}"/>
              </a:ext>
            </a:extLst>
          </p:cNvPr>
          <p:cNvSpPr>
            <a:spLocks noGrp="1"/>
          </p:cNvSpPr>
          <p:nvPr>
            <p:ph type="sldNum" sz="quarter" idx="12"/>
          </p:nvPr>
        </p:nvSpPr>
        <p:spPr/>
        <p:txBody>
          <a:bodyPr/>
          <a:lstStyle/>
          <a:p>
            <a:pPr algn="r"/>
            <a:fld id="{5D9A5160-6218-4E5A-B9E6-B93E3DAE377C}" type="slidenum">
              <a:rPr lang="en-US" smtClean="0"/>
              <a:pPr algn="r"/>
              <a:t>8</a:t>
            </a:fld>
            <a:endParaRPr lang="en-US" dirty="0"/>
          </a:p>
        </p:txBody>
      </p:sp>
      <p:sp>
        <p:nvSpPr>
          <p:cNvPr id="3" name="Oval 24">
            <a:extLst>
              <a:ext uri="{FF2B5EF4-FFF2-40B4-BE49-F238E27FC236}">
                <a16:creationId xmlns:a16="http://schemas.microsoft.com/office/drawing/2014/main" id="{53CBFEFE-A6D5-6ED9-2422-691A22439BE8}"/>
              </a:ext>
            </a:extLst>
          </p:cNvPr>
          <p:cNvSpPr/>
          <p:nvPr/>
        </p:nvSpPr>
        <p:spPr>
          <a:xfrm>
            <a:off x="6253115" y="2129398"/>
            <a:ext cx="577368" cy="565479"/>
          </a:xfrm>
          <a:prstGeom prst="ellipse">
            <a:avLst/>
          </a:prstGeom>
          <a:solidFill>
            <a:schemeClr val="tx2"/>
          </a:solidFill>
          <a:ln w="34925">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77906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F6F6F6"/>
              </a:solidFill>
              <a:effectLst/>
              <a:uLnTx/>
              <a:uFillTx/>
              <a:ea typeface="+mn-ea"/>
              <a:cs typeface="+mn-cs"/>
            </a:endParaRPr>
          </a:p>
        </p:txBody>
      </p:sp>
      <p:sp>
        <p:nvSpPr>
          <p:cNvPr id="4" name="Rectangle 3">
            <a:extLst>
              <a:ext uri="{FF2B5EF4-FFF2-40B4-BE49-F238E27FC236}">
                <a16:creationId xmlns:a16="http://schemas.microsoft.com/office/drawing/2014/main" id="{D801B7A4-0FCD-2311-3B9C-73F4ADEA6D78}"/>
              </a:ext>
            </a:extLst>
          </p:cNvPr>
          <p:cNvSpPr/>
          <p:nvPr/>
        </p:nvSpPr>
        <p:spPr>
          <a:xfrm>
            <a:off x="2150525" y="5071382"/>
            <a:ext cx="4034342" cy="761926"/>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Bef>
                <a:spcPts val="300"/>
              </a:spcBef>
              <a:buClr>
                <a:srgbClr val="0070AD"/>
              </a:buClr>
              <a:tabLst>
                <a:tab pos="180975" algn="l"/>
              </a:tabLst>
              <a:defRPr/>
            </a:pPr>
            <a:endParaRPr kumimoji="0" lang="en-US" sz="1400" b="0" i="0" u="none" strike="noStrike" kern="1200" cap="none" spc="0" normalizeH="0" baseline="0" noProof="0" dirty="0">
              <a:ln>
                <a:noFill/>
              </a:ln>
              <a:solidFill>
                <a:srgbClr val="FF0000"/>
              </a:solidFill>
              <a:effectLst/>
              <a:uLnTx/>
              <a:uFillTx/>
              <a:ea typeface="+mn-ea"/>
              <a:cs typeface="+mn-cs"/>
            </a:endParaRPr>
          </a:p>
        </p:txBody>
      </p:sp>
      <p:sp>
        <p:nvSpPr>
          <p:cNvPr id="5" name="Rectangle 4">
            <a:extLst>
              <a:ext uri="{FF2B5EF4-FFF2-40B4-BE49-F238E27FC236}">
                <a16:creationId xmlns:a16="http://schemas.microsoft.com/office/drawing/2014/main" id="{202E7E18-047A-EA92-AA85-389CAAD3D062}"/>
              </a:ext>
            </a:extLst>
          </p:cNvPr>
          <p:cNvSpPr/>
          <p:nvPr/>
        </p:nvSpPr>
        <p:spPr>
          <a:xfrm>
            <a:off x="2150525" y="5134154"/>
            <a:ext cx="4034342" cy="761926"/>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lvl="1">
              <a:spcBef>
                <a:spcPts val="300"/>
              </a:spcBef>
              <a:buClr>
                <a:srgbClr val="0070AD"/>
              </a:buClr>
              <a:tabLst>
                <a:tab pos="180975" algn="l"/>
              </a:tabLst>
              <a:defRPr/>
            </a:pPr>
            <a:r>
              <a:rPr lang="pl-PL" sz="2000" b="1" dirty="0">
                <a:solidFill>
                  <a:srgbClr val="000000"/>
                </a:solidFill>
              </a:rPr>
              <a:t>Documentation</a:t>
            </a:r>
            <a:endParaRPr lang="en-US" sz="2000" b="1" dirty="0">
              <a:solidFill>
                <a:srgbClr val="000000"/>
              </a:solidFill>
            </a:endParaRPr>
          </a:p>
          <a:p>
            <a:pPr marL="171450" marR="0" lvl="1" indent="-171450" algn="l" defTabSz="914400" rtl="0" eaLnBrk="1" fontAlgn="auto" latinLnBrk="0" hangingPunct="1">
              <a:lnSpc>
                <a:spcPct val="100000"/>
              </a:lnSpc>
              <a:spcBef>
                <a:spcPts val="300"/>
              </a:spcBef>
              <a:spcAft>
                <a:spcPts val="0"/>
              </a:spcAft>
              <a:buClr>
                <a:srgbClr val="0070AD"/>
              </a:buClr>
              <a:buSzTx/>
              <a:buFont typeface="Arial" panose="020B0604020202020204" pitchFamily="34" charset="0"/>
              <a:buChar char="•"/>
              <a:tabLst>
                <a:tab pos="180975" algn="l"/>
              </a:tabLst>
              <a:defRPr/>
            </a:pPr>
            <a:r>
              <a:rPr kumimoji="0" lang="pl-PL" sz="1400" b="0" i="0" u="none" strike="noStrike" kern="1200" cap="none" spc="0" normalizeH="0" baseline="0" noProof="0" dirty="0">
                <a:ln>
                  <a:noFill/>
                </a:ln>
                <a:solidFill>
                  <a:srgbClr val="000000"/>
                </a:solidFill>
                <a:effectLst/>
                <a:uLnTx/>
                <a:uFillTx/>
                <a:ea typeface="+mn-ea"/>
                <a:cs typeface="+mn-cs"/>
              </a:rPr>
              <a:t>Instruction ,  FRAML Rules</a:t>
            </a:r>
            <a:endParaRPr kumimoji="0" lang="en-US" sz="1400" b="0" i="0" u="none" strike="noStrike" kern="1200" cap="none" spc="0" normalizeH="0" baseline="0" noProof="0" dirty="0">
              <a:ln>
                <a:noFill/>
              </a:ln>
              <a:solidFill>
                <a:srgbClr val="000000"/>
              </a:solidFill>
              <a:effectLst/>
              <a:uLnTx/>
              <a:uFillTx/>
              <a:ea typeface="+mn-ea"/>
              <a:cs typeface="+mn-cs"/>
            </a:endParaRPr>
          </a:p>
        </p:txBody>
      </p:sp>
    </p:spTree>
    <p:extLst>
      <p:ext uri="{BB962C8B-B14F-4D97-AF65-F5344CB8AC3E}">
        <p14:creationId xmlns:p14="http://schemas.microsoft.com/office/powerpoint/2010/main" val="3679364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D2A3B-DDAB-C2FC-D7EC-8A11ECC4BB1D}"/>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3AADE1DF-B09F-E117-4941-EF5C9405F775}"/>
              </a:ext>
            </a:extLst>
          </p:cNvPr>
          <p:cNvSpPr>
            <a:spLocks noGrp="1"/>
          </p:cNvSpPr>
          <p:nvPr>
            <p:ph type="body" sz="quarter" idx="23"/>
          </p:nvPr>
        </p:nvSpPr>
        <p:spPr>
          <a:xfrm>
            <a:off x="-433" y="0"/>
            <a:ext cx="2736304" cy="2924175"/>
          </a:xfrm>
        </p:spPr>
        <p:txBody>
          <a:bodyPr/>
          <a:lstStyle/>
          <a:p>
            <a:r>
              <a:rPr lang="en-US" dirty="0"/>
              <a:t>0</a:t>
            </a:r>
            <a:r>
              <a:rPr lang="pl-PL" dirty="0"/>
              <a:t>2</a:t>
            </a:r>
            <a:endParaRPr lang="en-US" dirty="0"/>
          </a:p>
        </p:txBody>
      </p:sp>
      <p:sp>
        <p:nvSpPr>
          <p:cNvPr id="17" name="Title 16">
            <a:extLst>
              <a:ext uri="{FF2B5EF4-FFF2-40B4-BE49-F238E27FC236}">
                <a16:creationId xmlns:a16="http://schemas.microsoft.com/office/drawing/2014/main" id="{FEBAD41F-C43B-DB77-BCF6-1CCE75E3DD72}"/>
              </a:ext>
            </a:extLst>
          </p:cNvPr>
          <p:cNvSpPr>
            <a:spLocks noGrp="1"/>
          </p:cNvSpPr>
          <p:nvPr>
            <p:ph type="title"/>
          </p:nvPr>
        </p:nvSpPr>
        <p:spPr>
          <a:xfrm>
            <a:off x="4253696" y="1510496"/>
            <a:ext cx="7393343" cy="2887883"/>
          </a:xfrm>
        </p:spPr>
        <p:txBody>
          <a:bodyPr/>
          <a:lstStyle/>
          <a:p>
            <a:r>
              <a:rPr lang="pl-PL" dirty="0"/>
              <a:t>Inputs</a:t>
            </a:r>
            <a:endParaRPr lang="en-US" dirty="0"/>
          </a:p>
        </p:txBody>
      </p:sp>
      <p:sp>
        <p:nvSpPr>
          <p:cNvPr id="12" name="Date Placeholder 11">
            <a:extLst>
              <a:ext uri="{FF2B5EF4-FFF2-40B4-BE49-F238E27FC236}">
                <a16:creationId xmlns:a16="http://schemas.microsoft.com/office/drawing/2014/main" id="{458363A8-6AA4-858D-90D6-00FA045B65D9}"/>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3" name="Footer Placeholder 12">
            <a:extLst>
              <a:ext uri="{FF2B5EF4-FFF2-40B4-BE49-F238E27FC236}">
                <a16:creationId xmlns:a16="http://schemas.microsoft.com/office/drawing/2014/main" id="{A45AAA50-D8B8-8E66-A2BC-E6901BA8E68A}"/>
              </a:ext>
            </a:extLst>
          </p:cNvPr>
          <p:cNvSpPr>
            <a:spLocks noGrp="1"/>
          </p:cNvSpPr>
          <p:nvPr>
            <p:ph type="ftr" sz="quarter" idx="20"/>
          </p:nvPr>
        </p:nvSpPr>
        <p:spPr/>
        <p:txBody>
          <a:bodyPr/>
          <a:lstStyle/>
          <a:p>
            <a:pPr>
              <a:spcBef>
                <a:spcPts val="1000"/>
              </a:spcBef>
              <a:buFont typeface="Arial" panose="020B0604020202020204" pitchFamily="34" charset="0"/>
              <a:buNone/>
            </a:pPr>
            <a:r>
              <a:rPr lang="en-US" dirty="0"/>
              <a:t>Presentation Title | Author | Date</a:t>
            </a:r>
          </a:p>
        </p:txBody>
      </p:sp>
      <p:sp>
        <p:nvSpPr>
          <p:cNvPr id="14" name="Slide Number Placeholder 13">
            <a:extLst>
              <a:ext uri="{FF2B5EF4-FFF2-40B4-BE49-F238E27FC236}">
                <a16:creationId xmlns:a16="http://schemas.microsoft.com/office/drawing/2014/main" id="{D096CD82-1EDC-6B10-EB58-52CBB70B46C3}"/>
              </a:ext>
            </a:extLst>
          </p:cNvPr>
          <p:cNvSpPr>
            <a:spLocks noGrp="1"/>
          </p:cNvSpPr>
          <p:nvPr>
            <p:ph type="sldNum" sz="quarter" idx="21"/>
          </p:nvPr>
        </p:nvSpPr>
        <p:spPr/>
        <p:txBody>
          <a:bodyPr/>
          <a:lstStyle/>
          <a:p>
            <a:pPr algn="r"/>
            <a:fld id="{5D9A5160-6218-4E5A-B9E6-B93E3DAE377C}" type="slidenum">
              <a:rPr lang="en-US" smtClean="0"/>
              <a:pPr algn="r"/>
              <a:t>9</a:t>
            </a:fld>
            <a:endParaRPr lang="en-US" dirty="0"/>
          </a:p>
        </p:txBody>
      </p:sp>
    </p:spTree>
    <p:extLst>
      <p:ext uri="{BB962C8B-B14F-4D97-AF65-F5344CB8AC3E}">
        <p14:creationId xmlns:p14="http://schemas.microsoft.com/office/powerpoint/2010/main" val="27928443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4D2FC-2534-E500-412D-33E0918EF6A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820F543-3363-300C-E985-B3BDB20A478E}"/>
              </a:ext>
            </a:extLst>
          </p:cNvPr>
          <p:cNvSpPr>
            <a:spLocks noGrp="1"/>
          </p:cNvSpPr>
          <p:nvPr>
            <p:ph type="title"/>
          </p:nvPr>
        </p:nvSpPr>
        <p:spPr>
          <a:xfrm>
            <a:off x="550863" y="332656"/>
            <a:ext cx="7920880" cy="930372"/>
          </a:xfrm>
        </p:spPr>
        <p:txBody>
          <a:bodyPr/>
          <a:lstStyle/>
          <a:p>
            <a:r>
              <a:rPr lang="pl-PL" dirty="0"/>
              <a:t>Input files from Organizers</a:t>
            </a:r>
            <a:endParaRPr lang="en-US" dirty="0"/>
          </a:p>
        </p:txBody>
      </p:sp>
      <p:sp>
        <p:nvSpPr>
          <p:cNvPr id="72" name="Date Placeholder 71">
            <a:extLst>
              <a:ext uri="{FF2B5EF4-FFF2-40B4-BE49-F238E27FC236}">
                <a16:creationId xmlns:a16="http://schemas.microsoft.com/office/drawing/2014/main" id="{D5C824C4-F964-A0FC-85D4-3D6D2CE4DCF4}"/>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73" name="Footer Placeholder 72">
            <a:extLst>
              <a:ext uri="{FF2B5EF4-FFF2-40B4-BE49-F238E27FC236}">
                <a16:creationId xmlns:a16="http://schemas.microsoft.com/office/drawing/2014/main" id="{9816BA02-9AC5-8A3F-BFF2-E70819102876}"/>
              </a:ext>
            </a:extLst>
          </p:cNvPr>
          <p:cNvSpPr>
            <a:spLocks noGrp="1"/>
          </p:cNvSpPr>
          <p:nvPr>
            <p:ph type="ftr" sz="quarter" idx="25"/>
          </p:nvPr>
        </p:nvSpPr>
        <p:spPr/>
        <p:txBody>
          <a:bodyPr/>
          <a:lstStyle/>
          <a:p>
            <a:pPr>
              <a:spcBef>
                <a:spcPts val="1000"/>
              </a:spcBef>
              <a:buFont typeface="Arial" panose="020B0604020202020204" pitchFamily="34" charset="0"/>
              <a:buNone/>
            </a:pPr>
            <a:r>
              <a:rPr lang="en-US" dirty="0"/>
              <a:t>Presentation Title | Author | Date</a:t>
            </a:r>
          </a:p>
        </p:txBody>
      </p:sp>
      <p:sp>
        <p:nvSpPr>
          <p:cNvPr id="74" name="Slide Number Placeholder 73">
            <a:extLst>
              <a:ext uri="{FF2B5EF4-FFF2-40B4-BE49-F238E27FC236}">
                <a16:creationId xmlns:a16="http://schemas.microsoft.com/office/drawing/2014/main" id="{3CFCA5EA-6B3A-96C4-B282-A97F9122D1C8}"/>
              </a:ext>
            </a:extLst>
          </p:cNvPr>
          <p:cNvSpPr>
            <a:spLocks noGrp="1"/>
          </p:cNvSpPr>
          <p:nvPr>
            <p:ph type="sldNum" sz="quarter" idx="26"/>
          </p:nvPr>
        </p:nvSpPr>
        <p:spPr/>
        <p:txBody>
          <a:bodyPr/>
          <a:lstStyle/>
          <a:p>
            <a:pPr algn="r"/>
            <a:fld id="{5D9A5160-6218-4E5A-B9E6-B93E3DAE377C}" type="slidenum">
              <a:rPr lang="en-US" smtClean="0"/>
              <a:pPr algn="r"/>
              <a:t>10</a:t>
            </a:fld>
            <a:endParaRPr lang="en-US" dirty="0"/>
          </a:p>
        </p:txBody>
      </p:sp>
      <p:sp>
        <p:nvSpPr>
          <p:cNvPr id="3" name="Content Placeholder 2">
            <a:extLst>
              <a:ext uri="{FF2B5EF4-FFF2-40B4-BE49-F238E27FC236}">
                <a16:creationId xmlns:a16="http://schemas.microsoft.com/office/drawing/2014/main" id="{780078E5-604B-E200-9600-8B21DC669711}"/>
              </a:ext>
            </a:extLst>
          </p:cNvPr>
          <p:cNvSpPr>
            <a:spLocks noGrp="1"/>
          </p:cNvSpPr>
          <p:nvPr>
            <p:ph sz="quarter" idx="31"/>
          </p:nvPr>
        </p:nvSpPr>
        <p:spPr>
          <a:xfrm>
            <a:off x="979095" y="1740421"/>
            <a:ext cx="8576584" cy="4910240"/>
          </a:xfrm>
        </p:spPr>
        <p:txBody>
          <a:bodyPr/>
          <a:lstStyle/>
          <a:p>
            <a:pPr lvl="1" indent="0">
              <a:buNone/>
            </a:pPr>
            <a:r>
              <a:rPr lang="pl-PL" sz="1800" b="1" dirty="0">
                <a:solidFill>
                  <a:srgbClr val="0058AB"/>
                </a:solidFill>
              </a:rPr>
              <a:t>1.</a:t>
            </a:r>
            <a:r>
              <a:rPr lang="en-US" sz="1800" b="1" dirty="0" err="1">
                <a:solidFill>
                  <a:srgbClr val="0058AB"/>
                </a:solidFill>
              </a:rPr>
              <a:t>hackathon_transactions</a:t>
            </a:r>
            <a:r>
              <a:rPr lang="en-US" sz="2000" b="1" dirty="0">
                <a:solidFill>
                  <a:srgbClr val="0058AB"/>
                </a:solidFill>
              </a:rPr>
              <a:t>.</a:t>
            </a:r>
            <a:r>
              <a:rPr lang="pl-PL" sz="2000" b="1" dirty="0">
                <a:solidFill>
                  <a:srgbClr val="0058AB"/>
                </a:solidFill>
              </a:rPr>
              <a:t>csv </a:t>
            </a:r>
          </a:p>
          <a:p>
            <a:pPr marL="1004888" lvl="4" indent="-285750"/>
            <a:r>
              <a:rPr lang="pl-PL" dirty="0"/>
              <a:t>Includes payment transactions to be verified</a:t>
            </a:r>
          </a:p>
          <a:p>
            <a:pPr lvl="1" indent="0">
              <a:buNone/>
            </a:pPr>
            <a:endParaRPr lang="pl-PL" sz="1800" b="1" dirty="0">
              <a:solidFill>
                <a:srgbClr val="0058AB"/>
              </a:solidFill>
            </a:endParaRPr>
          </a:p>
          <a:p>
            <a:pPr lvl="1" indent="0">
              <a:buNone/>
            </a:pPr>
            <a:r>
              <a:rPr lang="pl-PL" sz="1800" b="1" dirty="0">
                <a:solidFill>
                  <a:srgbClr val="0058AB"/>
                </a:solidFill>
              </a:rPr>
              <a:t> 2.</a:t>
            </a:r>
            <a:r>
              <a:rPr lang="en-US" sz="1800" b="1" dirty="0">
                <a:solidFill>
                  <a:srgbClr val="0058AB"/>
                </a:solidFill>
              </a:rPr>
              <a:t>HACKATHON_INSTRUCTIONS.pdf</a:t>
            </a:r>
            <a:endParaRPr lang="pl-PL" sz="1800" b="1" dirty="0">
              <a:solidFill>
                <a:srgbClr val="0058AB"/>
              </a:solidFill>
            </a:endParaRPr>
          </a:p>
          <a:p>
            <a:pPr marL="1004888" lvl="4" indent="-285750"/>
            <a:r>
              <a:rPr lang="en-US" dirty="0"/>
              <a:t>Step‑by‑step instructions </a:t>
            </a:r>
            <a:r>
              <a:rPr lang="pl-PL" dirty="0"/>
              <a:t>for scoring engine</a:t>
            </a:r>
          </a:p>
          <a:p>
            <a:pPr lvl="4" indent="0">
              <a:buNone/>
            </a:pPr>
            <a:endParaRPr lang="pl-PL" dirty="0"/>
          </a:p>
          <a:p>
            <a:pPr lvl="1" indent="0">
              <a:buNone/>
            </a:pPr>
            <a:r>
              <a:rPr lang="pl-PL" sz="1800" b="1" dirty="0">
                <a:solidFill>
                  <a:srgbClr val="0058AB"/>
                </a:solidFill>
              </a:rPr>
              <a:t>3.</a:t>
            </a:r>
            <a:r>
              <a:rPr lang="en-US" sz="1800" b="1" dirty="0">
                <a:solidFill>
                  <a:srgbClr val="0058AB"/>
                </a:solidFill>
              </a:rPr>
              <a:t> INPUT&amp;OUTPUT_FILES_specification.xlsx</a:t>
            </a:r>
            <a:endParaRPr lang="pl-PL" sz="1800" b="1" dirty="0">
              <a:solidFill>
                <a:srgbClr val="0058AB"/>
              </a:solidFill>
            </a:endParaRPr>
          </a:p>
          <a:p>
            <a:pPr marL="1004888" lvl="4" indent="-285750"/>
            <a:r>
              <a:rPr lang="en-US" dirty="0"/>
              <a:t>Specification of input file (</a:t>
            </a:r>
            <a:r>
              <a:rPr lang="pl-PL" dirty="0"/>
              <a:t>1.</a:t>
            </a:r>
            <a:r>
              <a:rPr lang="en-US" dirty="0"/>
              <a:t>hackathon_transactions.csv)</a:t>
            </a:r>
            <a:endParaRPr lang="pl-PL" dirty="0"/>
          </a:p>
          <a:p>
            <a:pPr marL="1004888" lvl="4" indent="-285750"/>
            <a:r>
              <a:rPr lang="en-US" dirty="0"/>
              <a:t>Specification of output result file</a:t>
            </a:r>
            <a:r>
              <a:rPr lang="pl-PL" dirty="0"/>
              <a:t>.</a:t>
            </a:r>
          </a:p>
          <a:p>
            <a:pPr marL="1004888" lvl="4" indent="-285750"/>
            <a:endParaRPr lang="pl-PL" sz="1200" dirty="0"/>
          </a:p>
          <a:p>
            <a:pPr lvl="1" indent="0">
              <a:buNone/>
            </a:pPr>
            <a:r>
              <a:rPr lang="pl-PL" sz="1800" b="1" dirty="0">
                <a:solidFill>
                  <a:srgbClr val="0058AB"/>
                </a:solidFill>
              </a:rPr>
              <a:t>4.</a:t>
            </a:r>
            <a:r>
              <a:rPr lang="en-US" sz="1800" b="1" dirty="0">
                <a:solidFill>
                  <a:srgbClr val="0058AB"/>
                </a:solidFill>
              </a:rPr>
              <a:t>HACKATHON_FRAML_RULES.xlsx</a:t>
            </a:r>
            <a:endParaRPr lang="pl-PL" sz="1800" b="1" dirty="0">
              <a:solidFill>
                <a:srgbClr val="0058AB"/>
              </a:solidFill>
            </a:endParaRPr>
          </a:p>
          <a:p>
            <a:pPr marL="1004888" lvl="4" indent="-285750"/>
            <a:r>
              <a:rPr lang="pl-PL" dirty="0"/>
              <a:t>List of </a:t>
            </a:r>
            <a:r>
              <a:rPr lang="pl-PL"/>
              <a:t>FRAML rules with description</a:t>
            </a:r>
            <a:endParaRPr lang="pl-PL" dirty="0"/>
          </a:p>
          <a:p>
            <a:pPr lvl="4" indent="0">
              <a:buNone/>
            </a:pPr>
            <a:endParaRPr lang="pl-PL" dirty="0"/>
          </a:p>
          <a:p>
            <a:pPr lvl="1" indent="0">
              <a:buNone/>
            </a:pPr>
            <a:r>
              <a:rPr lang="pl-PL" sz="1800" b="1" dirty="0">
                <a:solidFill>
                  <a:srgbClr val="0058AB"/>
                </a:solidFill>
              </a:rPr>
              <a:t>5. </a:t>
            </a:r>
            <a:r>
              <a:rPr lang="en-US" sz="1800" b="1" dirty="0" err="1">
                <a:solidFill>
                  <a:srgbClr val="0058AB"/>
                </a:solidFill>
              </a:rPr>
              <a:t>HACKATHON_ALERT_DASHBOARD.pd</a:t>
            </a:r>
            <a:r>
              <a:rPr lang="pl-PL" sz="1800" b="1" dirty="0">
                <a:solidFill>
                  <a:srgbClr val="0058AB"/>
                </a:solidFill>
              </a:rPr>
              <a:t>f</a:t>
            </a:r>
          </a:p>
          <a:p>
            <a:pPr marL="1004888" lvl="4" indent="-285750"/>
            <a:r>
              <a:rPr lang="pl-PL" dirty="0"/>
              <a:t>Alert dasboard requirements</a:t>
            </a:r>
          </a:p>
          <a:p>
            <a:pPr marL="1004888" lvl="4" indent="-285750"/>
            <a:endParaRPr lang="pl-PL" dirty="0"/>
          </a:p>
          <a:p>
            <a:pPr marL="1004888" lvl="4" indent="-285750"/>
            <a:endParaRPr lang="pl-PL" dirty="0"/>
          </a:p>
        </p:txBody>
      </p:sp>
      <p:pic>
        <p:nvPicPr>
          <p:cNvPr id="11" name="Picture 10">
            <a:extLst>
              <a:ext uri="{FF2B5EF4-FFF2-40B4-BE49-F238E27FC236}">
                <a16:creationId xmlns:a16="http://schemas.microsoft.com/office/drawing/2014/main" id="{1FB41255-9025-14A4-D673-88A429EB8F80}"/>
              </a:ext>
            </a:extLst>
          </p:cNvPr>
          <p:cNvPicPr>
            <a:picLocks noChangeAspect="1"/>
          </p:cNvPicPr>
          <p:nvPr/>
        </p:nvPicPr>
        <p:blipFill>
          <a:blip r:embed="rId2"/>
          <a:stretch>
            <a:fillRect/>
          </a:stretch>
        </p:blipFill>
        <p:spPr>
          <a:xfrm>
            <a:off x="586671" y="1611638"/>
            <a:ext cx="546287" cy="593790"/>
          </a:xfrm>
          <a:prstGeom prst="rect">
            <a:avLst/>
          </a:prstGeom>
        </p:spPr>
      </p:pic>
      <p:pic>
        <p:nvPicPr>
          <p:cNvPr id="13" name="Picture 12">
            <a:extLst>
              <a:ext uri="{FF2B5EF4-FFF2-40B4-BE49-F238E27FC236}">
                <a16:creationId xmlns:a16="http://schemas.microsoft.com/office/drawing/2014/main" id="{BDD2F7FC-A0FB-8E3A-F2C7-2209BCD49DA2}"/>
              </a:ext>
            </a:extLst>
          </p:cNvPr>
          <p:cNvPicPr>
            <a:picLocks noChangeAspect="1"/>
          </p:cNvPicPr>
          <p:nvPr/>
        </p:nvPicPr>
        <p:blipFill>
          <a:blip r:embed="rId3"/>
          <a:stretch>
            <a:fillRect/>
          </a:stretch>
        </p:blipFill>
        <p:spPr>
          <a:xfrm>
            <a:off x="576874" y="2471070"/>
            <a:ext cx="592804" cy="754477"/>
          </a:xfrm>
          <a:prstGeom prst="rect">
            <a:avLst/>
          </a:prstGeom>
        </p:spPr>
      </p:pic>
      <p:pic>
        <p:nvPicPr>
          <p:cNvPr id="17" name="Picture 16">
            <a:extLst>
              <a:ext uri="{FF2B5EF4-FFF2-40B4-BE49-F238E27FC236}">
                <a16:creationId xmlns:a16="http://schemas.microsoft.com/office/drawing/2014/main" id="{BBF016F2-D88B-12A5-0C6F-13AF43959489}"/>
              </a:ext>
            </a:extLst>
          </p:cNvPr>
          <p:cNvPicPr>
            <a:picLocks noChangeAspect="1"/>
          </p:cNvPicPr>
          <p:nvPr/>
        </p:nvPicPr>
        <p:blipFill>
          <a:blip r:embed="rId3"/>
          <a:stretch>
            <a:fillRect/>
          </a:stretch>
        </p:blipFill>
        <p:spPr>
          <a:xfrm>
            <a:off x="550863" y="5549781"/>
            <a:ext cx="592804" cy="754477"/>
          </a:xfrm>
          <a:prstGeom prst="rect">
            <a:avLst/>
          </a:prstGeom>
        </p:spPr>
      </p:pic>
      <p:pic>
        <p:nvPicPr>
          <p:cNvPr id="23" name="Picture 22">
            <a:extLst>
              <a:ext uri="{FF2B5EF4-FFF2-40B4-BE49-F238E27FC236}">
                <a16:creationId xmlns:a16="http://schemas.microsoft.com/office/drawing/2014/main" id="{738C5F3D-DC38-CA64-9E5A-81D99D8ABF2F}"/>
              </a:ext>
            </a:extLst>
          </p:cNvPr>
          <p:cNvPicPr>
            <a:picLocks noChangeAspect="1"/>
          </p:cNvPicPr>
          <p:nvPr/>
        </p:nvPicPr>
        <p:blipFill>
          <a:blip r:embed="rId4"/>
          <a:stretch>
            <a:fillRect/>
          </a:stretch>
        </p:blipFill>
        <p:spPr>
          <a:xfrm>
            <a:off x="576874" y="3577399"/>
            <a:ext cx="549556" cy="465007"/>
          </a:xfrm>
          <a:prstGeom prst="rect">
            <a:avLst/>
          </a:prstGeom>
        </p:spPr>
      </p:pic>
      <p:pic>
        <p:nvPicPr>
          <p:cNvPr id="24" name="Picture 23">
            <a:extLst>
              <a:ext uri="{FF2B5EF4-FFF2-40B4-BE49-F238E27FC236}">
                <a16:creationId xmlns:a16="http://schemas.microsoft.com/office/drawing/2014/main" id="{9765FF56-3212-925E-4FF5-6018B44F34AE}"/>
              </a:ext>
            </a:extLst>
          </p:cNvPr>
          <p:cNvPicPr>
            <a:picLocks noChangeAspect="1"/>
          </p:cNvPicPr>
          <p:nvPr/>
        </p:nvPicPr>
        <p:blipFill>
          <a:blip r:embed="rId4"/>
          <a:stretch>
            <a:fillRect/>
          </a:stretch>
        </p:blipFill>
        <p:spPr>
          <a:xfrm>
            <a:off x="550863" y="4779471"/>
            <a:ext cx="549556" cy="465007"/>
          </a:xfrm>
          <a:prstGeom prst="rect">
            <a:avLst/>
          </a:prstGeom>
        </p:spPr>
      </p:pic>
    </p:spTree>
    <p:extLst>
      <p:ext uri="{BB962C8B-B14F-4D97-AF65-F5344CB8AC3E}">
        <p14:creationId xmlns:p14="http://schemas.microsoft.com/office/powerpoint/2010/main" val="3453495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ED6EC-5DAE-7B56-2E31-F5D3EF4EB2C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429AB61-7E9F-0558-2655-0B4E8A192F6A}"/>
              </a:ext>
            </a:extLst>
          </p:cNvPr>
          <p:cNvSpPr>
            <a:spLocks noGrp="1"/>
          </p:cNvSpPr>
          <p:nvPr>
            <p:ph type="title"/>
          </p:nvPr>
        </p:nvSpPr>
        <p:spPr>
          <a:xfrm>
            <a:off x="551384" y="549274"/>
            <a:ext cx="7920880" cy="930372"/>
          </a:xfrm>
        </p:spPr>
        <p:txBody>
          <a:bodyPr/>
          <a:lstStyle/>
          <a:p>
            <a:r>
              <a:rPr lang="pl-PL" dirty="0"/>
              <a:t>FRAML rules</a:t>
            </a:r>
            <a:endParaRPr lang="en-US" dirty="0"/>
          </a:p>
        </p:txBody>
      </p:sp>
      <p:sp>
        <p:nvSpPr>
          <p:cNvPr id="9" name="Text Placeholder 8">
            <a:extLst>
              <a:ext uri="{FF2B5EF4-FFF2-40B4-BE49-F238E27FC236}">
                <a16:creationId xmlns:a16="http://schemas.microsoft.com/office/drawing/2014/main" id="{725F0C17-0752-2636-18D7-299F6133F84E}"/>
              </a:ext>
            </a:extLst>
          </p:cNvPr>
          <p:cNvSpPr>
            <a:spLocks noGrp="1"/>
          </p:cNvSpPr>
          <p:nvPr>
            <p:ph type="body" sz="quarter" idx="27"/>
          </p:nvPr>
        </p:nvSpPr>
        <p:spPr>
          <a:xfrm>
            <a:off x="9127446" y="1110314"/>
            <a:ext cx="2883560" cy="738664"/>
          </a:xfrm>
        </p:spPr>
        <p:txBody>
          <a:bodyPr/>
          <a:lstStyle/>
          <a:p>
            <a:r>
              <a:rPr lang="pl-PL" sz="1800" i="1" dirty="0"/>
              <a:t>„</a:t>
            </a:r>
            <a:r>
              <a:rPr lang="en-US" sz="2400" i="1" dirty="0"/>
              <a:t>If it looks suspicious, flag it</a:t>
            </a:r>
            <a:r>
              <a:rPr lang="pl-PL" sz="2400" i="1" dirty="0"/>
              <a:t>”</a:t>
            </a:r>
            <a:endParaRPr lang="en-US" sz="1800" dirty="0">
              <a:solidFill>
                <a:srgbClr val="FF0000"/>
              </a:solidFill>
            </a:endParaRPr>
          </a:p>
        </p:txBody>
      </p:sp>
      <p:sp>
        <p:nvSpPr>
          <p:cNvPr id="72" name="Date Placeholder 71">
            <a:extLst>
              <a:ext uri="{FF2B5EF4-FFF2-40B4-BE49-F238E27FC236}">
                <a16:creationId xmlns:a16="http://schemas.microsoft.com/office/drawing/2014/main" id="{07343E91-72C9-B11E-D07B-EAFA0A2462E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73" name="Footer Placeholder 72">
            <a:extLst>
              <a:ext uri="{FF2B5EF4-FFF2-40B4-BE49-F238E27FC236}">
                <a16:creationId xmlns:a16="http://schemas.microsoft.com/office/drawing/2014/main" id="{2830ACAA-8B01-C4C2-999E-2624775EDD48}"/>
              </a:ext>
            </a:extLst>
          </p:cNvPr>
          <p:cNvSpPr>
            <a:spLocks noGrp="1"/>
          </p:cNvSpPr>
          <p:nvPr>
            <p:ph type="ftr" sz="quarter" idx="25"/>
          </p:nvPr>
        </p:nvSpPr>
        <p:spPr/>
        <p:txBody>
          <a:bodyPr/>
          <a:lstStyle/>
          <a:p>
            <a:pPr>
              <a:spcBef>
                <a:spcPts val="1000"/>
              </a:spcBef>
              <a:buFont typeface="Arial" panose="020B0604020202020204" pitchFamily="34" charset="0"/>
              <a:buNone/>
            </a:pPr>
            <a:r>
              <a:rPr lang="en-US" dirty="0"/>
              <a:t>Presentation Title | Author | Date</a:t>
            </a:r>
          </a:p>
        </p:txBody>
      </p:sp>
      <p:sp>
        <p:nvSpPr>
          <p:cNvPr id="74" name="Slide Number Placeholder 73">
            <a:extLst>
              <a:ext uri="{FF2B5EF4-FFF2-40B4-BE49-F238E27FC236}">
                <a16:creationId xmlns:a16="http://schemas.microsoft.com/office/drawing/2014/main" id="{74B1092A-39CB-F1BF-F73F-9B074582AD29}"/>
              </a:ext>
            </a:extLst>
          </p:cNvPr>
          <p:cNvSpPr>
            <a:spLocks noGrp="1"/>
          </p:cNvSpPr>
          <p:nvPr>
            <p:ph type="sldNum" sz="quarter" idx="26"/>
          </p:nvPr>
        </p:nvSpPr>
        <p:spPr/>
        <p:txBody>
          <a:bodyPr/>
          <a:lstStyle/>
          <a:p>
            <a:pPr algn="r"/>
            <a:fld id="{5D9A5160-6218-4E5A-B9E6-B93E3DAE377C}" type="slidenum">
              <a:rPr lang="en-US" smtClean="0"/>
              <a:pPr algn="r"/>
              <a:t>11</a:t>
            </a:fld>
            <a:endParaRPr lang="en-US" dirty="0"/>
          </a:p>
        </p:txBody>
      </p:sp>
      <p:sp>
        <p:nvSpPr>
          <p:cNvPr id="14" name="Text Placeholder 13">
            <a:extLst>
              <a:ext uri="{FF2B5EF4-FFF2-40B4-BE49-F238E27FC236}">
                <a16:creationId xmlns:a16="http://schemas.microsoft.com/office/drawing/2014/main" id="{29006AAF-F0A4-07AD-0BE6-AFF903529476}"/>
              </a:ext>
            </a:extLst>
          </p:cNvPr>
          <p:cNvSpPr>
            <a:spLocks noGrp="1"/>
          </p:cNvSpPr>
          <p:nvPr>
            <p:ph type="body" sz="quarter" idx="22"/>
          </p:nvPr>
        </p:nvSpPr>
        <p:spPr>
          <a:xfrm>
            <a:off x="550863" y="1633538"/>
            <a:ext cx="7920037" cy="307975"/>
          </a:xfrm>
        </p:spPr>
        <p:txBody>
          <a:bodyPr/>
          <a:lstStyle/>
          <a:p>
            <a:r>
              <a:rPr lang="en-US" dirty="0">
                <a:solidFill>
                  <a:srgbClr val="0058AB"/>
                </a:solidFill>
              </a:rPr>
              <a:t> </a:t>
            </a:r>
            <a:r>
              <a:rPr lang="pl-PL" dirty="0">
                <a:solidFill>
                  <a:srgbClr val="0058AB"/>
                </a:solidFill>
              </a:rPr>
              <a:t>C</a:t>
            </a:r>
            <a:r>
              <a:rPr lang="en-US" dirty="0" err="1">
                <a:solidFill>
                  <a:srgbClr val="0058AB"/>
                </a:solidFill>
              </a:rPr>
              <a:t>hecks</a:t>
            </a:r>
            <a:r>
              <a:rPr lang="en-US" dirty="0">
                <a:solidFill>
                  <a:srgbClr val="0058AB"/>
                </a:solidFill>
              </a:rPr>
              <a:t> used by banks to spot financial crime.</a:t>
            </a:r>
          </a:p>
        </p:txBody>
      </p:sp>
      <p:sp>
        <p:nvSpPr>
          <p:cNvPr id="3" name="Content Placeholder 2">
            <a:extLst>
              <a:ext uri="{FF2B5EF4-FFF2-40B4-BE49-F238E27FC236}">
                <a16:creationId xmlns:a16="http://schemas.microsoft.com/office/drawing/2014/main" id="{7DD3BD26-1D09-4993-FDE6-F31A63921787}"/>
              </a:ext>
            </a:extLst>
          </p:cNvPr>
          <p:cNvSpPr>
            <a:spLocks noGrp="1"/>
          </p:cNvSpPr>
          <p:nvPr>
            <p:ph sz="quarter" idx="31"/>
          </p:nvPr>
        </p:nvSpPr>
        <p:spPr>
          <a:xfrm>
            <a:off x="550862" y="2474791"/>
            <a:ext cx="8576584" cy="4175870"/>
          </a:xfrm>
        </p:spPr>
        <p:txBody>
          <a:bodyPr/>
          <a:lstStyle/>
          <a:p>
            <a:pPr marL="466725" lvl="1" indent="-285750"/>
            <a:r>
              <a:rPr lang="en-US" sz="2000" dirty="0"/>
              <a:t>Detect unusual or risky patterns</a:t>
            </a:r>
            <a:endParaRPr lang="pl-PL" sz="2000" dirty="0"/>
          </a:p>
          <a:p>
            <a:pPr marL="466725" lvl="1" indent="-285750"/>
            <a:r>
              <a:rPr lang="en-US" sz="2000" dirty="0"/>
              <a:t>Early fraud and money‑laundering detection</a:t>
            </a:r>
            <a:endParaRPr lang="pl-PL" sz="2000" dirty="0"/>
          </a:p>
          <a:p>
            <a:pPr marL="466725" lvl="1" indent="-285750"/>
            <a:endParaRPr lang="pl-PL" sz="2000" dirty="0"/>
          </a:p>
          <a:p>
            <a:pPr marL="285750" indent="-285750">
              <a:buFont typeface="Arial" panose="020B0604020202020204" pitchFamily="34" charset="0"/>
              <a:buChar char="•"/>
            </a:pPr>
            <a:r>
              <a:rPr lang="en-US" sz="2000" b="1" dirty="0">
                <a:solidFill>
                  <a:srgbClr val="0058AB"/>
                </a:solidFill>
              </a:rPr>
              <a:t>Hackathon scope</a:t>
            </a:r>
            <a:r>
              <a:rPr lang="en-US" sz="2000" dirty="0">
                <a:solidFill>
                  <a:srgbClr val="0058AB"/>
                </a:solidFill>
              </a:rPr>
              <a:t>:</a:t>
            </a:r>
          </a:p>
          <a:p>
            <a:pPr marL="466725" lvl="1" indent="-285750"/>
            <a:r>
              <a:rPr lang="en-US" sz="2000" dirty="0"/>
              <a:t>14 rules → 5 mandatory, 9 optional</a:t>
            </a:r>
            <a:r>
              <a:rPr lang="pl-PL" sz="2000" dirty="0"/>
              <a:t> </a:t>
            </a:r>
          </a:p>
          <a:p>
            <a:pPr marL="466725" lvl="1" indent="-285750"/>
            <a:r>
              <a:rPr lang="en-US" sz="2000" dirty="0"/>
              <a:t>Mixed difficulty</a:t>
            </a:r>
            <a:endParaRPr lang="pl-PL" sz="2000" dirty="0"/>
          </a:p>
          <a:p>
            <a:pPr marL="466725" lvl="1" indent="-285750"/>
            <a:r>
              <a:rPr lang="en-US" sz="2000" dirty="0"/>
              <a:t>Single‑transaction vs customer‑history‑based rules</a:t>
            </a:r>
            <a:endParaRPr lang="pl-PL" sz="2000" dirty="0"/>
          </a:p>
        </p:txBody>
      </p:sp>
    </p:spTree>
    <p:extLst>
      <p:ext uri="{BB962C8B-B14F-4D97-AF65-F5344CB8AC3E}">
        <p14:creationId xmlns:p14="http://schemas.microsoft.com/office/powerpoint/2010/main" val="4136960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710F0-DC38-1198-3E4B-A53A86F460D3}"/>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BEFDD0A1-2BB1-C87D-9193-C666D6A26A09}"/>
              </a:ext>
            </a:extLst>
          </p:cNvPr>
          <p:cNvSpPr>
            <a:spLocks noGrp="1"/>
          </p:cNvSpPr>
          <p:nvPr>
            <p:ph type="body" sz="quarter" idx="23"/>
          </p:nvPr>
        </p:nvSpPr>
        <p:spPr>
          <a:xfrm>
            <a:off x="-433" y="0"/>
            <a:ext cx="2736304" cy="2924175"/>
          </a:xfrm>
        </p:spPr>
        <p:txBody>
          <a:bodyPr/>
          <a:lstStyle/>
          <a:p>
            <a:r>
              <a:rPr lang="en-US" dirty="0"/>
              <a:t>0</a:t>
            </a:r>
            <a:r>
              <a:rPr lang="pl-PL" dirty="0"/>
              <a:t>3</a:t>
            </a:r>
            <a:endParaRPr lang="en-US" dirty="0"/>
          </a:p>
        </p:txBody>
      </p:sp>
      <p:sp>
        <p:nvSpPr>
          <p:cNvPr id="17" name="Title 16">
            <a:extLst>
              <a:ext uri="{FF2B5EF4-FFF2-40B4-BE49-F238E27FC236}">
                <a16:creationId xmlns:a16="http://schemas.microsoft.com/office/drawing/2014/main" id="{8AB56196-A578-0A1C-62DA-767CC49DAC4C}"/>
              </a:ext>
            </a:extLst>
          </p:cNvPr>
          <p:cNvSpPr>
            <a:spLocks noGrp="1"/>
          </p:cNvSpPr>
          <p:nvPr>
            <p:ph type="title"/>
          </p:nvPr>
        </p:nvSpPr>
        <p:spPr>
          <a:xfrm>
            <a:off x="4253696" y="1510496"/>
            <a:ext cx="7393343" cy="2887883"/>
          </a:xfrm>
        </p:spPr>
        <p:txBody>
          <a:bodyPr/>
          <a:lstStyle/>
          <a:p>
            <a:r>
              <a:rPr lang="pl-PL" dirty="0"/>
              <a:t>Outputs</a:t>
            </a:r>
            <a:endParaRPr lang="en-US" dirty="0"/>
          </a:p>
        </p:txBody>
      </p:sp>
      <p:sp>
        <p:nvSpPr>
          <p:cNvPr id="12" name="Date Placeholder 11">
            <a:extLst>
              <a:ext uri="{FF2B5EF4-FFF2-40B4-BE49-F238E27FC236}">
                <a16:creationId xmlns:a16="http://schemas.microsoft.com/office/drawing/2014/main" id="{552F4502-BC88-2181-E01D-CC1991B31CF9}"/>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3" name="Footer Placeholder 12">
            <a:extLst>
              <a:ext uri="{FF2B5EF4-FFF2-40B4-BE49-F238E27FC236}">
                <a16:creationId xmlns:a16="http://schemas.microsoft.com/office/drawing/2014/main" id="{3F2B3026-ADFC-D59A-EF0A-14F75F632015}"/>
              </a:ext>
            </a:extLst>
          </p:cNvPr>
          <p:cNvSpPr>
            <a:spLocks noGrp="1"/>
          </p:cNvSpPr>
          <p:nvPr>
            <p:ph type="ftr" sz="quarter" idx="20"/>
          </p:nvPr>
        </p:nvSpPr>
        <p:spPr/>
        <p:txBody>
          <a:bodyPr/>
          <a:lstStyle/>
          <a:p>
            <a:pPr>
              <a:spcBef>
                <a:spcPts val="1000"/>
              </a:spcBef>
              <a:buFont typeface="Arial" panose="020B0604020202020204" pitchFamily="34" charset="0"/>
              <a:buNone/>
            </a:pPr>
            <a:r>
              <a:rPr lang="en-US" dirty="0"/>
              <a:t>Presentation Title | Author | Date</a:t>
            </a:r>
          </a:p>
        </p:txBody>
      </p:sp>
      <p:sp>
        <p:nvSpPr>
          <p:cNvPr id="14" name="Slide Number Placeholder 13">
            <a:extLst>
              <a:ext uri="{FF2B5EF4-FFF2-40B4-BE49-F238E27FC236}">
                <a16:creationId xmlns:a16="http://schemas.microsoft.com/office/drawing/2014/main" id="{46BA8273-E184-9815-E4F7-DB5DE31E55F0}"/>
              </a:ext>
            </a:extLst>
          </p:cNvPr>
          <p:cNvSpPr>
            <a:spLocks noGrp="1"/>
          </p:cNvSpPr>
          <p:nvPr>
            <p:ph type="sldNum" sz="quarter" idx="21"/>
          </p:nvPr>
        </p:nvSpPr>
        <p:spPr/>
        <p:txBody>
          <a:bodyPr/>
          <a:lstStyle/>
          <a:p>
            <a:pPr algn="r"/>
            <a:fld id="{5D9A5160-6218-4E5A-B9E6-B93E3DAE377C}" type="slidenum">
              <a:rPr lang="en-US" smtClean="0"/>
              <a:pPr algn="r"/>
              <a:t>12</a:t>
            </a:fld>
            <a:endParaRPr lang="en-US" dirty="0"/>
          </a:p>
        </p:txBody>
      </p:sp>
    </p:spTree>
    <p:extLst>
      <p:ext uri="{BB962C8B-B14F-4D97-AF65-F5344CB8AC3E}">
        <p14:creationId xmlns:p14="http://schemas.microsoft.com/office/powerpoint/2010/main" val="34452005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descr="A computer futuristic digital program hud interface with a personal control system over a network, in which the computer uses the interface to interact with the user.">
            <a:extLst>
              <a:ext uri="{FF2B5EF4-FFF2-40B4-BE49-F238E27FC236}">
                <a16:creationId xmlns:a16="http://schemas.microsoft.com/office/drawing/2014/main" id="{CA9BCBA4-E4CB-4B27-A2F0-0C78A982E1FA}"/>
              </a:ext>
            </a:extLst>
          </p:cNvPr>
          <p:cNvPicPr>
            <a:picLocks noGrp="1" noChangeAspect="1"/>
          </p:cNvPicPr>
          <p:nvPr>
            <p:ph type="pic" sz="quarter" idx="19"/>
          </p:nvPr>
        </p:nvPicPr>
        <p:blipFill>
          <a:blip r:embed="rId3"/>
          <a:srcRect l="30541" r="36829" b="-1"/>
          <a:stretch>
            <a:fillRect/>
          </a:stretch>
        </p:blipFill>
        <p:spPr>
          <a:xfrm>
            <a:off x="1" y="10"/>
            <a:ext cx="4242121" cy="6857990"/>
          </a:xfrm>
        </p:spPr>
      </p:pic>
      <p:sp>
        <p:nvSpPr>
          <p:cNvPr id="2" name="Date Placeholder 1">
            <a:extLst>
              <a:ext uri="{FF2B5EF4-FFF2-40B4-BE49-F238E27FC236}">
                <a16:creationId xmlns:a16="http://schemas.microsoft.com/office/drawing/2014/main" id="{FF215B43-5AA8-4C56-D849-F2B94FA2E6B1}"/>
              </a:ext>
            </a:extLst>
          </p:cNvPr>
          <p:cNvSpPr>
            <a:spLocks noGrp="1"/>
          </p:cNvSpPr>
          <p:nvPr>
            <p:ph type="dt" sz="half" idx="24"/>
          </p:nvPr>
        </p:nvSpPr>
        <p:spPr>
          <a:xfrm>
            <a:off x="9809927" y="6650661"/>
            <a:ext cx="1831210" cy="123111"/>
          </a:xfrm>
        </p:spPr>
        <p:txBody>
          <a:bodyPr wrap="none" anchor="ctr">
            <a:normAutofit/>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 name="Footer Placeholder 2">
            <a:extLst>
              <a:ext uri="{FF2B5EF4-FFF2-40B4-BE49-F238E27FC236}">
                <a16:creationId xmlns:a16="http://schemas.microsoft.com/office/drawing/2014/main" id="{BEDED32C-7F6D-2A7E-E383-B8530B431995}"/>
              </a:ext>
            </a:extLst>
          </p:cNvPr>
          <p:cNvSpPr>
            <a:spLocks noGrp="1"/>
          </p:cNvSpPr>
          <p:nvPr>
            <p:ph type="ftr" sz="quarter" idx="25"/>
          </p:nvPr>
        </p:nvSpPr>
        <p:spPr>
          <a:xfrm>
            <a:off x="550863" y="6650661"/>
            <a:ext cx="4716524" cy="123111"/>
          </a:xfrm>
        </p:spPr>
        <p:txBody>
          <a:bodyPr wrap="none" anchor="ctr">
            <a:normAutofit/>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B8ADCCCE-3ABA-E7AF-46BD-11EAD37825A8}"/>
              </a:ext>
            </a:extLst>
          </p:cNvPr>
          <p:cNvSpPr>
            <a:spLocks noGrp="1"/>
          </p:cNvSpPr>
          <p:nvPr>
            <p:ph type="sldNum" sz="quarter" idx="26"/>
          </p:nvPr>
        </p:nvSpPr>
        <p:spPr>
          <a:xfrm>
            <a:off x="11778341" y="6650661"/>
            <a:ext cx="232665" cy="123111"/>
          </a:xfrm>
        </p:spPr>
        <p:txBody>
          <a:bodyPr wrap="square" anchor="ctr">
            <a:normAutofit/>
          </a:bodyPr>
          <a:lstStyle/>
          <a:p>
            <a:pPr algn="r">
              <a:spcAft>
                <a:spcPts val="600"/>
              </a:spcAft>
            </a:pPr>
            <a:fld id="{5D9A5160-6218-4E5A-B9E6-B93E3DAE377C}" type="slidenum">
              <a:rPr lang="en-US" smtClean="0"/>
              <a:pPr algn="r">
                <a:spcAft>
                  <a:spcPts val="600"/>
                </a:spcAft>
              </a:pPr>
              <a:t>13</a:t>
            </a:fld>
            <a:endParaRPr lang="en-US"/>
          </a:p>
        </p:txBody>
      </p:sp>
      <p:sp>
        <p:nvSpPr>
          <p:cNvPr id="8" name="Title 7">
            <a:extLst>
              <a:ext uri="{FF2B5EF4-FFF2-40B4-BE49-F238E27FC236}">
                <a16:creationId xmlns:a16="http://schemas.microsoft.com/office/drawing/2014/main" id="{453A6350-239F-1A34-520E-DF75B332114A}"/>
              </a:ext>
            </a:extLst>
          </p:cNvPr>
          <p:cNvSpPr>
            <a:spLocks noGrp="1"/>
          </p:cNvSpPr>
          <p:nvPr>
            <p:ph type="title"/>
          </p:nvPr>
        </p:nvSpPr>
        <p:spPr>
          <a:xfrm>
            <a:off x="4656361" y="549274"/>
            <a:ext cx="6984776" cy="930372"/>
          </a:xfrm>
        </p:spPr>
        <p:txBody>
          <a:bodyPr anchor="b">
            <a:normAutofit/>
          </a:bodyPr>
          <a:lstStyle/>
          <a:p>
            <a:r>
              <a:rPr lang="pl-PL" dirty="0"/>
              <a:t>Expected Output</a:t>
            </a:r>
          </a:p>
        </p:txBody>
      </p:sp>
      <p:sp>
        <p:nvSpPr>
          <p:cNvPr id="11" name="Rectangle 10">
            <a:extLst>
              <a:ext uri="{FF2B5EF4-FFF2-40B4-BE49-F238E27FC236}">
                <a16:creationId xmlns:a16="http://schemas.microsoft.com/office/drawing/2014/main" id="{41D788EC-1115-9AC6-416F-5AD4F1FE7F95}"/>
              </a:ext>
            </a:extLst>
          </p:cNvPr>
          <p:cNvSpPr/>
          <p:nvPr/>
        </p:nvSpPr>
        <p:spPr>
          <a:xfrm>
            <a:off x="5161376" y="2139065"/>
            <a:ext cx="4247951" cy="761926"/>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lvl="1">
              <a:spcBef>
                <a:spcPts val="300"/>
              </a:spcBef>
              <a:buClr>
                <a:srgbClr val="0070AD"/>
              </a:buClr>
              <a:tabLst>
                <a:tab pos="180975" algn="l"/>
              </a:tabLst>
              <a:defRPr/>
            </a:pPr>
            <a:r>
              <a:rPr lang="pl-PL" sz="2000" b="1" dirty="0">
                <a:solidFill>
                  <a:srgbClr val="000000"/>
                </a:solidFill>
              </a:rPr>
              <a:t>Fraud detection engine</a:t>
            </a:r>
            <a:r>
              <a:rPr lang="en-US" sz="2000" b="1" dirty="0">
                <a:solidFill>
                  <a:srgbClr val="000000"/>
                </a:solidFill>
              </a:rPr>
              <a:t>.</a:t>
            </a:r>
          </a:p>
          <a:p>
            <a:pPr marL="171450" marR="0" lvl="1" indent="-171450" algn="l" defTabSz="914400" rtl="0" eaLnBrk="1" fontAlgn="auto" latinLnBrk="0" hangingPunct="1">
              <a:lnSpc>
                <a:spcPct val="100000"/>
              </a:lnSpc>
              <a:spcBef>
                <a:spcPts val="300"/>
              </a:spcBef>
              <a:spcAft>
                <a:spcPts val="0"/>
              </a:spcAft>
              <a:buClr>
                <a:srgbClr val="0070AD"/>
              </a:buClr>
              <a:buSzTx/>
              <a:buFont typeface="Arial" panose="020B0604020202020204" pitchFamily="34" charset="0"/>
              <a:buChar char="•"/>
              <a:tabLst>
                <a:tab pos="180975" algn="l"/>
              </a:tabLst>
              <a:defRPr/>
            </a:pPr>
            <a:r>
              <a:rPr kumimoji="0" lang="pl-PL" sz="1400" b="0" i="0" u="none" strike="noStrike" kern="1200" cap="none" spc="0" normalizeH="0" baseline="0" noProof="0" dirty="0">
                <a:ln>
                  <a:noFill/>
                </a:ln>
                <a:solidFill>
                  <a:srgbClr val="000000"/>
                </a:solidFill>
                <a:effectLst/>
                <a:uLnTx/>
                <a:uFillTx/>
                <a:ea typeface="+mn-ea"/>
                <a:cs typeface="+mn-cs"/>
              </a:rPr>
              <a:t>Working model implemented in Python</a:t>
            </a:r>
          </a:p>
        </p:txBody>
      </p:sp>
      <p:sp>
        <p:nvSpPr>
          <p:cNvPr id="12" name="Rectangle 11">
            <a:extLst>
              <a:ext uri="{FF2B5EF4-FFF2-40B4-BE49-F238E27FC236}">
                <a16:creationId xmlns:a16="http://schemas.microsoft.com/office/drawing/2014/main" id="{1837AF13-FCF6-CE00-6966-75031CF5A8F1}"/>
              </a:ext>
            </a:extLst>
          </p:cNvPr>
          <p:cNvSpPr/>
          <p:nvPr/>
        </p:nvSpPr>
        <p:spPr>
          <a:xfrm>
            <a:off x="5165046" y="3438250"/>
            <a:ext cx="5539465" cy="882083"/>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lvl="1">
              <a:spcBef>
                <a:spcPts val="300"/>
              </a:spcBef>
              <a:buClr>
                <a:srgbClr val="0070AD"/>
              </a:buClr>
              <a:tabLst>
                <a:tab pos="180975" algn="l"/>
              </a:tabLst>
              <a:defRPr/>
            </a:pPr>
            <a:r>
              <a:rPr lang="pl-PL" sz="2000" b="1" dirty="0">
                <a:solidFill>
                  <a:srgbClr val="000000"/>
                </a:solidFill>
              </a:rPr>
              <a:t>CSV File with results</a:t>
            </a:r>
          </a:p>
          <a:p>
            <a:pPr marL="171450" marR="0" lvl="1" indent="-171450" algn="l" defTabSz="914400" rtl="0" eaLnBrk="1" fontAlgn="auto" latinLnBrk="0" hangingPunct="1">
              <a:lnSpc>
                <a:spcPct val="100000"/>
              </a:lnSpc>
              <a:spcBef>
                <a:spcPts val="300"/>
              </a:spcBef>
              <a:spcAft>
                <a:spcPts val="0"/>
              </a:spcAft>
              <a:buClr>
                <a:srgbClr val="0070AD"/>
              </a:buClr>
              <a:buSzTx/>
              <a:buFont typeface="Arial" panose="020B0604020202020204" pitchFamily="34" charset="0"/>
              <a:buChar char="•"/>
              <a:tabLst>
                <a:tab pos="180975" algn="l"/>
              </a:tabLst>
              <a:defRPr/>
            </a:pPr>
            <a:r>
              <a:rPr lang="pl-PL" sz="1400" dirty="0">
                <a:solidFill>
                  <a:srgbClr val="000000"/>
                </a:solidFill>
              </a:rPr>
              <a:t>List if all transactions with  the rules triggered and fraud  flag</a:t>
            </a:r>
            <a:endParaRPr kumimoji="0" lang="en-US" sz="1400" b="0" i="0" u="none" strike="noStrike" kern="1200" cap="none" spc="0" normalizeH="0" baseline="0" noProof="0" dirty="0">
              <a:ln>
                <a:noFill/>
              </a:ln>
              <a:solidFill>
                <a:srgbClr val="000000"/>
              </a:solidFill>
              <a:effectLst/>
              <a:uLnTx/>
              <a:uFillTx/>
              <a:ea typeface="+mn-ea"/>
              <a:cs typeface="+mn-cs"/>
            </a:endParaRPr>
          </a:p>
        </p:txBody>
      </p:sp>
      <p:sp>
        <p:nvSpPr>
          <p:cNvPr id="13" name="Rectangle 12">
            <a:extLst>
              <a:ext uri="{FF2B5EF4-FFF2-40B4-BE49-F238E27FC236}">
                <a16:creationId xmlns:a16="http://schemas.microsoft.com/office/drawing/2014/main" id="{7A4A3A60-34D2-DC46-1C0B-8746A52E8DA9}"/>
              </a:ext>
            </a:extLst>
          </p:cNvPr>
          <p:cNvSpPr/>
          <p:nvPr/>
        </p:nvSpPr>
        <p:spPr>
          <a:xfrm>
            <a:off x="5197791" y="4581128"/>
            <a:ext cx="4978378" cy="761926"/>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lvl="1">
              <a:spcBef>
                <a:spcPts val="300"/>
              </a:spcBef>
              <a:buClr>
                <a:srgbClr val="0070AD"/>
              </a:buClr>
              <a:tabLst>
                <a:tab pos="180975" algn="l"/>
              </a:tabLst>
              <a:defRPr/>
            </a:pPr>
            <a:r>
              <a:rPr lang="en-US" sz="2000" b="1" dirty="0">
                <a:solidFill>
                  <a:srgbClr val="000000"/>
                </a:solidFill>
              </a:rPr>
              <a:t>Alert dashboard </a:t>
            </a:r>
          </a:p>
          <a:p>
            <a:pPr marL="171450" marR="0" lvl="1" indent="-171450" algn="l" defTabSz="914400" rtl="0" eaLnBrk="1" fontAlgn="auto" latinLnBrk="0" hangingPunct="1">
              <a:lnSpc>
                <a:spcPct val="100000"/>
              </a:lnSpc>
              <a:spcBef>
                <a:spcPts val="300"/>
              </a:spcBef>
              <a:spcAft>
                <a:spcPts val="0"/>
              </a:spcAft>
              <a:buClr>
                <a:srgbClr val="0070AD"/>
              </a:buClr>
              <a:buSzTx/>
              <a:buFont typeface="Arial" panose="020B0604020202020204" pitchFamily="34" charset="0"/>
              <a:buChar char="•"/>
              <a:tabLst>
                <a:tab pos="180975" algn="l"/>
              </a:tabLst>
              <a:defRPr/>
            </a:pPr>
            <a:r>
              <a:rPr kumimoji="0" lang="pl-PL" sz="1400" b="0" i="0" u="none" strike="noStrike" kern="1200" cap="none" spc="0" normalizeH="0" baseline="0" noProof="0" dirty="0">
                <a:ln>
                  <a:noFill/>
                </a:ln>
                <a:solidFill>
                  <a:srgbClr val="000000"/>
                </a:solidFill>
                <a:effectLst/>
                <a:uLnTx/>
                <a:uFillTx/>
                <a:ea typeface="+mn-ea"/>
                <a:cs typeface="+mn-cs"/>
              </a:rPr>
              <a:t>Visualization</a:t>
            </a:r>
          </a:p>
          <a:p>
            <a:pPr marL="171450" marR="0" lvl="1" indent="-171450" algn="l" defTabSz="914400" rtl="0" eaLnBrk="1" fontAlgn="auto" latinLnBrk="0" hangingPunct="1">
              <a:lnSpc>
                <a:spcPct val="100000"/>
              </a:lnSpc>
              <a:spcBef>
                <a:spcPts val="300"/>
              </a:spcBef>
              <a:spcAft>
                <a:spcPts val="0"/>
              </a:spcAft>
              <a:buClr>
                <a:srgbClr val="0070AD"/>
              </a:buClr>
              <a:buSzTx/>
              <a:buFont typeface="Arial" panose="020B0604020202020204" pitchFamily="34" charset="0"/>
              <a:buChar char="•"/>
              <a:tabLst>
                <a:tab pos="180975" algn="l"/>
              </a:tabLst>
              <a:defRPr/>
            </a:pPr>
            <a:r>
              <a:rPr lang="pl-PL" sz="1400" dirty="0">
                <a:solidFill>
                  <a:srgbClr val="000000"/>
                </a:solidFill>
              </a:rPr>
              <a:t>Mandatory and Optional requirements</a:t>
            </a:r>
            <a:endParaRPr kumimoji="0" lang="en-US" sz="1400" b="0" i="0" u="none" strike="noStrike" kern="1200" cap="none" spc="0" normalizeH="0" baseline="0" noProof="0" dirty="0">
              <a:ln>
                <a:noFill/>
              </a:ln>
              <a:solidFill>
                <a:srgbClr val="000000"/>
              </a:solidFill>
              <a:effectLst/>
              <a:uLnTx/>
              <a:uFillTx/>
              <a:ea typeface="+mn-ea"/>
              <a:cs typeface="+mn-cs"/>
            </a:endParaRPr>
          </a:p>
        </p:txBody>
      </p:sp>
    </p:spTree>
    <p:extLst>
      <p:ext uri="{BB962C8B-B14F-4D97-AF65-F5344CB8AC3E}">
        <p14:creationId xmlns:p14="http://schemas.microsoft.com/office/powerpoint/2010/main" val="3274404059"/>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F867F-D45B-B287-A0F2-056645B09D9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7FCF9D-F87F-8C51-9513-5DCDAA6D5AAE}"/>
              </a:ext>
            </a:extLst>
          </p:cNvPr>
          <p:cNvSpPr>
            <a:spLocks noGrp="1"/>
          </p:cNvSpPr>
          <p:nvPr>
            <p:ph type="title"/>
          </p:nvPr>
        </p:nvSpPr>
        <p:spPr>
          <a:xfrm>
            <a:off x="550862" y="548680"/>
            <a:ext cx="7920880" cy="930372"/>
          </a:xfrm>
        </p:spPr>
        <p:txBody>
          <a:bodyPr/>
          <a:lstStyle/>
          <a:p>
            <a:r>
              <a:rPr lang="pl-PL" dirty="0"/>
              <a:t>ALERT DASHBOARD – inspirations </a:t>
            </a:r>
            <a:r>
              <a:rPr lang="pl-PL" dirty="0">
                <a:sym typeface="Wingdings" panose="05000000000000000000" pitchFamily="2" charset="2"/>
              </a:rPr>
              <a:t></a:t>
            </a:r>
            <a:endParaRPr lang="en-US" dirty="0"/>
          </a:p>
        </p:txBody>
      </p:sp>
      <p:sp>
        <p:nvSpPr>
          <p:cNvPr id="72" name="Date Placeholder 71">
            <a:extLst>
              <a:ext uri="{FF2B5EF4-FFF2-40B4-BE49-F238E27FC236}">
                <a16:creationId xmlns:a16="http://schemas.microsoft.com/office/drawing/2014/main" id="{319942CC-D147-7126-6E97-E925CD65BE14}"/>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73" name="Footer Placeholder 72">
            <a:extLst>
              <a:ext uri="{FF2B5EF4-FFF2-40B4-BE49-F238E27FC236}">
                <a16:creationId xmlns:a16="http://schemas.microsoft.com/office/drawing/2014/main" id="{05519F92-0D4E-28F3-AE11-F06753FCEA04}"/>
              </a:ext>
            </a:extLst>
          </p:cNvPr>
          <p:cNvSpPr>
            <a:spLocks noGrp="1"/>
          </p:cNvSpPr>
          <p:nvPr>
            <p:ph type="ftr" sz="quarter" idx="25"/>
          </p:nvPr>
        </p:nvSpPr>
        <p:spPr/>
        <p:txBody>
          <a:bodyPr/>
          <a:lstStyle/>
          <a:p>
            <a:pPr>
              <a:spcBef>
                <a:spcPts val="1000"/>
              </a:spcBef>
              <a:buFont typeface="Arial" panose="020B0604020202020204" pitchFamily="34" charset="0"/>
              <a:buNone/>
            </a:pPr>
            <a:r>
              <a:rPr lang="en-US" dirty="0"/>
              <a:t>Presentation Title | Author | Date</a:t>
            </a:r>
          </a:p>
        </p:txBody>
      </p:sp>
      <p:sp>
        <p:nvSpPr>
          <p:cNvPr id="74" name="Slide Number Placeholder 73">
            <a:extLst>
              <a:ext uri="{FF2B5EF4-FFF2-40B4-BE49-F238E27FC236}">
                <a16:creationId xmlns:a16="http://schemas.microsoft.com/office/drawing/2014/main" id="{47E977F0-D308-E2DF-CD16-97A7656BFC3C}"/>
              </a:ext>
            </a:extLst>
          </p:cNvPr>
          <p:cNvSpPr>
            <a:spLocks noGrp="1"/>
          </p:cNvSpPr>
          <p:nvPr>
            <p:ph type="sldNum" sz="quarter" idx="26"/>
          </p:nvPr>
        </p:nvSpPr>
        <p:spPr/>
        <p:txBody>
          <a:bodyPr/>
          <a:lstStyle/>
          <a:p>
            <a:pPr algn="r"/>
            <a:fld id="{5D9A5160-6218-4E5A-B9E6-B93E3DAE377C}" type="slidenum">
              <a:rPr lang="en-US" smtClean="0"/>
              <a:pPr algn="r"/>
              <a:t>14</a:t>
            </a:fld>
            <a:endParaRPr lang="en-US" dirty="0"/>
          </a:p>
        </p:txBody>
      </p:sp>
      <p:sp>
        <p:nvSpPr>
          <p:cNvPr id="14" name="Text Placeholder 13">
            <a:extLst>
              <a:ext uri="{FF2B5EF4-FFF2-40B4-BE49-F238E27FC236}">
                <a16:creationId xmlns:a16="http://schemas.microsoft.com/office/drawing/2014/main" id="{5D8FDE0D-2C9C-DA04-3C07-C2761C4451E1}"/>
              </a:ext>
            </a:extLst>
          </p:cNvPr>
          <p:cNvSpPr>
            <a:spLocks noGrp="1"/>
          </p:cNvSpPr>
          <p:nvPr>
            <p:ph type="body" sz="quarter" idx="22"/>
          </p:nvPr>
        </p:nvSpPr>
        <p:spPr>
          <a:xfrm>
            <a:off x="479376" y="1633538"/>
            <a:ext cx="7920037" cy="4154984"/>
          </a:xfrm>
        </p:spPr>
        <p:txBody>
          <a:bodyPr/>
          <a:lstStyle/>
          <a:p>
            <a:endParaRPr lang="pl-PL" dirty="0">
              <a:solidFill>
                <a:srgbClr val="0058AB"/>
              </a:solidFill>
              <a:hlinkClick r:id="rId2"/>
            </a:endParaRPr>
          </a:p>
          <a:p>
            <a:r>
              <a:rPr lang="pl-PL" dirty="0">
                <a:solidFill>
                  <a:srgbClr val="0058AB"/>
                </a:solidFill>
                <a:hlinkClick r:id="rId2"/>
              </a:rPr>
              <a:t>https://blog.amlbot.com/amlbot-continuous-transaction-monitoring/</a:t>
            </a:r>
          </a:p>
          <a:p>
            <a:r>
              <a:rPr lang="pl-PL" dirty="0">
                <a:solidFill>
                  <a:srgbClr val="0058AB"/>
                </a:solidFill>
                <a:hlinkClick r:id="rId2"/>
              </a:rPr>
              <a:t>Https://www.slideteam.net/dashboard-for-monitoring-fraud-and-money-implementing-bank-transaction-monitoring.html</a:t>
            </a:r>
            <a:endParaRPr lang="pl-PL" dirty="0">
              <a:solidFill>
                <a:srgbClr val="0058AB"/>
              </a:solidFill>
            </a:endParaRPr>
          </a:p>
          <a:p>
            <a:r>
              <a:rPr lang="en-US" dirty="0">
                <a:solidFill>
                  <a:srgbClr val="0058AB"/>
                </a:solidFill>
                <a:hlinkClick r:id="rId3"/>
              </a:rPr>
              <a:t>https://www.corribpoint.com/features</a:t>
            </a:r>
            <a:endParaRPr lang="pl-PL" dirty="0">
              <a:solidFill>
                <a:srgbClr val="0058AB"/>
              </a:solidFill>
            </a:endParaRPr>
          </a:p>
          <a:p>
            <a:endParaRPr lang="pl-PL" dirty="0">
              <a:solidFill>
                <a:srgbClr val="0058AB"/>
              </a:solidFill>
            </a:endParaRPr>
          </a:p>
          <a:p>
            <a:endParaRPr lang="pl-PL" dirty="0">
              <a:solidFill>
                <a:srgbClr val="0058AB"/>
              </a:solidFill>
            </a:endParaRPr>
          </a:p>
          <a:p>
            <a:endParaRPr lang="en-US" dirty="0">
              <a:solidFill>
                <a:srgbClr val="0058AB"/>
              </a:solidFill>
            </a:endParaRPr>
          </a:p>
        </p:txBody>
      </p:sp>
      <p:sp>
        <p:nvSpPr>
          <p:cNvPr id="4" name="Text Placeholder 3">
            <a:extLst>
              <a:ext uri="{FF2B5EF4-FFF2-40B4-BE49-F238E27FC236}">
                <a16:creationId xmlns:a16="http://schemas.microsoft.com/office/drawing/2014/main" id="{0BE28802-9ED1-ECE3-1F41-7741CEC424FF}"/>
              </a:ext>
            </a:extLst>
          </p:cNvPr>
          <p:cNvSpPr>
            <a:spLocks noGrp="1"/>
          </p:cNvSpPr>
          <p:nvPr>
            <p:ph type="body" sz="quarter" idx="27"/>
          </p:nvPr>
        </p:nvSpPr>
        <p:spPr/>
        <p:txBody>
          <a:bodyPr/>
          <a:lstStyle/>
          <a:p>
            <a:endParaRPr lang="pl-PL"/>
          </a:p>
        </p:txBody>
      </p:sp>
    </p:spTree>
    <p:extLst>
      <p:ext uri="{BB962C8B-B14F-4D97-AF65-F5344CB8AC3E}">
        <p14:creationId xmlns:p14="http://schemas.microsoft.com/office/powerpoint/2010/main" val="1898260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B829E-24FB-B064-B842-DE9033F9CA6A}"/>
            </a:ext>
          </a:extLst>
        </p:cNvPr>
        <p:cNvGrpSpPr/>
        <p:nvPr/>
      </p:nvGrpSpPr>
      <p:grpSpPr>
        <a:xfrm>
          <a:off x="0" y="0"/>
          <a:ext cx="0" cy="0"/>
          <a:chOff x="0" y="0"/>
          <a:chExt cx="0" cy="0"/>
        </a:xfrm>
      </p:grpSpPr>
      <p:pic>
        <p:nvPicPr>
          <p:cNvPr id="3" name="Picture 2" descr="A blurry image of a rainbow colored light">
            <a:extLst>
              <a:ext uri="{FF2B5EF4-FFF2-40B4-BE49-F238E27FC236}">
                <a16:creationId xmlns:a16="http://schemas.microsoft.com/office/drawing/2014/main" id="{8A730FFC-C8A4-F947-31D1-9D4723C45A45}"/>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0" y="11833"/>
            <a:ext cx="12191999" cy="6850111"/>
          </a:xfrm>
          <a:prstGeom prst="rect">
            <a:avLst/>
          </a:prstGeom>
        </p:spPr>
      </p:pic>
      <p:sp>
        <p:nvSpPr>
          <p:cNvPr id="36" name="Title 2">
            <a:extLst>
              <a:ext uri="{FF2B5EF4-FFF2-40B4-BE49-F238E27FC236}">
                <a16:creationId xmlns:a16="http://schemas.microsoft.com/office/drawing/2014/main" id="{97BD85C6-BA02-905D-553A-F43BAA508492}"/>
              </a:ext>
            </a:extLst>
          </p:cNvPr>
          <p:cNvSpPr txBox="1">
            <a:spLocks noGrp="1"/>
          </p:cNvSpPr>
          <p:nvPr>
            <p:ph type="title" idx="4294967295"/>
          </p:nvPr>
        </p:nvSpPr>
        <p:spPr>
          <a:xfrm>
            <a:off x="2663825" y="3208314"/>
            <a:ext cx="6960567" cy="1677988"/>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200" b="0" i="0" u="none" strike="noStrike" kern="1200" cap="none" spc="0" normalizeH="0" baseline="0" noProof="0" dirty="0">
                <a:ln>
                  <a:noFill/>
                </a:ln>
                <a:solidFill>
                  <a:schemeClr val="bg1"/>
                </a:solidFill>
                <a:effectLst/>
                <a:uLnTx/>
                <a:uFillTx/>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pl-PL" sz="8000" b="1" i="0" u="none" strike="noStrike" kern="1200" cap="none" spc="0" normalizeH="0" baseline="0" noProof="0" dirty="0">
                <a:ln>
                  <a:noFill/>
                </a:ln>
                <a:solidFill>
                  <a:srgbClr val="FFFFFF"/>
                </a:solidFill>
                <a:effectLst/>
                <a:uLnTx/>
                <a:uFillTx/>
                <a:latin typeface="Ubuntu Light" panose="020B0304030602030204" pitchFamily="34" charset="0"/>
                <a:ea typeface="+mj-ea"/>
                <a:cs typeface="+mj-cs"/>
              </a:rPr>
              <a:t>Good Luck! </a:t>
            </a:r>
            <a:r>
              <a:rPr kumimoji="0" lang="pl-PL" sz="8000" b="1" i="0" u="none" strike="noStrike" kern="1200" cap="none" spc="0" normalizeH="0" baseline="0" noProof="0" dirty="0">
                <a:ln>
                  <a:noFill/>
                </a:ln>
                <a:solidFill>
                  <a:srgbClr val="FFFFFF"/>
                </a:solidFill>
                <a:effectLst/>
                <a:uLnTx/>
                <a:uFillTx/>
                <a:latin typeface="Ubuntu Light" panose="020B0304030602030204" pitchFamily="34" charset="0"/>
                <a:ea typeface="+mj-ea"/>
                <a:cs typeface="+mj-cs"/>
                <a:sym typeface="Wingdings" panose="05000000000000000000" pitchFamily="2" charset="2"/>
              </a:rPr>
              <a:t></a:t>
            </a:r>
            <a:endParaRPr kumimoji="0" lang="en-US" sz="8000" b="1" i="0" u="none" strike="noStrike" kern="1200" cap="none" spc="0" normalizeH="0" baseline="0" noProof="0" dirty="0">
              <a:ln>
                <a:noFill/>
              </a:ln>
              <a:solidFill>
                <a:srgbClr val="1DB6F3"/>
              </a:solidFill>
              <a:effectLst/>
              <a:uLnTx/>
              <a:uFillTx/>
              <a:latin typeface="Ubuntu Light" panose="020B0304030602030204" pitchFamily="34" charset="0"/>
              <a:ea typeface="+mj-ea"/>
              <a:cs typeface="+mj-cs"/>
            </a:endParaRPr>
          </a:p>
        </p:txBody>
      </p:sp>
      <p:sp>
        <p:nvSpPr>
          <p:cNvPr id="37" name="Text Placeholder 4">
            <a:extLst>
              <a:ext uri="{FF2B5EF4-FFF2-40B4-BE49-F238E27FC236}">
                <a16:creationId xmlns:a16="http://schemas.microsoft.com/office/drawing/2014/main" id="{2DCD862B-FEF6-D65E-E72B-82D5A5A0F92A}"/>
              </a:ext>
            </a:extLst>
          </p:cNvPr>
          <p:cNvSpPr txBox="1">
            <a:spLocks/>
          </p:cNvSpPr>
          <p:nvPr/>
        </p:nvSpPr>
        <p:spPr>
          <a:xfrm>
            <a:off x="4354778" y="5083326"/>
            <a:ext cx="3482445" cy="215900"/>
          </a:xfrm>
          <a:prstGeom prst="rect">
            <a:avLst/>
          </a:prstGeom>
        </p:spPr>
        <p:txBody>
          <a:bodyPr wrap="none" lIns="0" tIns="0" rIns="0" bIns="0" anchor="ctr" anchorCtr="0">
            <a:noAutofit/>
          </a:bodyPr>
          <a:lstStyle>
            <a:defPPr>
              <a:defRPr lang="pt-PT"/>
            </a:defPPr>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kumimoji="0" lang="en-PL" sz="800" b="0" i="0" u="none" strike="noStrike" kern="1200" cap="none" spc="0" normalizeH="0" baseline="0">
                <a:ln>
                  <a:noFill/>
                </a:ln>
                <a:solidFill>
                  <a:srgbClr val="FFFFFF">
                    <a:lumMod val="65000"/>
                  </a:srgbClr>
                </a:solidFill>
                <a:effectLst/>
                <a:uLnTx/>
                <a:uFillTx/>
                <a:latin typeface="Ubuntu"/>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3200" b="0" i="0" u="none" strike="noStrike" kern="1200" cap="none" spc="0" normalizeH="0" baseline="0" noProof="0" dirty="0">
                <a:ln>
                  <a:noFill/>
                </a:ln>
                <a:solidFill>
                  <a:srgbClr val="FFFFFF"/>
                </a:solidFill>
                <a:effectLst/>
                <a:uLnTx/>
                <a:uFillTx/>
                <a:latin typeface="Ubuntu Light" panose="020B0304030602030204" pitchFamily="34" charset="0"/>
                <a:ea typeface="+mn-ea"/>
                <a:cs typeface="+mn-cs"/>
              </a:rPr>
              <a:t>Make it </a:t>
            </a:r>
            <a:r>
              <a:rPr kumimoji="0" lang="en-US" sz="3200" b="0" i="0" u="none" strike="noStrike" kern="1200" cap="none" spc="0" normalizeH="0" baseline="0" noProof="0" dirty="0">
                <a:ln>
                  <a:noFill/>
                </a:ln>
                <a:solidFill>
                  <a:srgbClr val="1DB6F3"/>
                </a:solidFill>
                <a:effectLst/>
                <a:uLnTx/>
                <a:uFillTx/>
                <a:latin typeface="Ubuntu Light" panose="020B0304030602030204" pitchFamily="34" charset="0"/>
                <a:ea typeface="+mn-ea"/>
                <a:cs typeface="+mn-cs"/>
              </a:rPr>
              <a:t>real.</a:t>
            </a:r>
          </a:p>
        </p:txBody>
      </p:sp>
      <p:grpSp>
        <p:nvGrpSpPr>
          <p:cNvPr id="38" name="Group 2" descr="Capgemini logo">
            <a:extLst>
              <a:ext uri="{FF2B5EF4-FFF2-40B4-BE49-F238E27FC236}">
                <a16:creationId xmlns:a16="http://schemas.microsoft.com/office/drawing/2014/main" id="{697A3697-6778-ABEA-7A4C-34D12AECCE63}"/>
              </a:ext>
            </a:extLst>
          </p:cNvPr>
          <p:cNvGrpSpPr>
            <a:grpSpLocks noChangeAspect="1"/>
          </p:cNvGrpSpPr>
          <p:nvPr/>
        </p:nvGrpSpPr>
        <p:grpSpPr>
          <a:xfrm>
            <a:off x="9912013" y="6032318"/>
            <a:ext cx="1872000" cy="420870"/>
            <a:chOff x="5094083" y="5360390"/>
            <a:chExt cx="3039349" cy="683316"/>
          </a:xfrm>
          <a:solidFill>
            <a:schemeClr val="bg2"/>
          </a:solidFill>
        </p:grpSpPr>
        <p:sp>
          <p:nvSpPr>
            <p:cNvPr id="39" name="Freeform: Shape 4">
              <a:extLst>
                <a:ext uri="{FF2B5EF4-FFF2-40B4-BE49-F238E27FC236}">
                  <a16:creationId xmlns:a16="http://schemas.microsoft.com/office/drawing/2014/main" id="{49337583-7888-C3C7-9A79-0B928E02BD4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Ubuntu"/>
                <a:ea typeface="+mn-ea"/>
                <a:cs typeface="+mn-cs"/>
              </a:endParaRPr>
            </a:p>
          </p:txBody>
        </p:sp>
        <p:sp>
          <p:nvSpPr>
            <p:cNvPr id="40" name="Freeform: Shape 5">
              <a:extLst>
                <a:ext uri="{FF2B5EF4-FFF2-40B4-BE49-F238E27FC236}">
                  <a16:creationId xmlns:a16="http://schemas.microsoft.com/office/drawing/2014/main" id="{AAF100AE-D988-1A1D-22F7-13B8EF55F56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Ubuntu"/>
                <a:ea typeface="+mn-ea"/>
                <a:cs typeface="+mn-cs"/>
              </a:endParaRPr>
            </a:p>
          </p:txBody>
        </p:sp>
        <p:sp>
          <p:nvSpPr>
            <p:cNvPr id="41" name="Freeform: Shape 6">
              <a:extLst>
                <a:ext uri="{FF2B5EF4-FFF2-40B4-BE49-F238E27FC236}">
                  <a16:creationId xmlns:a16="http://schemas.microsoft.com/office/drawing/2014/main" id="{FD2AAB68-951B-FBC3-4E8A-4F844226B7A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Ubuntu"/>
                <a:ea typeface="+mn-ea"/>
                <a:cs typeface="+mn-cs"/>
              </a:endParaRPr>
            </a:p>
          </p:txBody>
        </p:sp>
        <p:sp>
          <p:nvSpPr>
            <p:cNvPr id="42" name="Freeform: Shape 7">
              <a:extLst>
                <a:ext uri="{FF2B5EF4-FFF2-40B4-BE49-F238E27FC236}">
                  <a16:creationId xmlns:a16="http://schemas.microsoft.com/office/drawing/2014/main" id="{5B075E8A-499A-12F0-D2A9-F77A0A80BBB9}"/>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Ubuntu"/>
                <a:ea typeface="+mn-ea"/>
                <a:cs typeface="+mn-cs"/>
              </a:endParaRPr>
            </a:p>
          </p:txBody>
        </p:sp>
        <p:sp>
          <p:nvSpPr>
            <p:cNvPr id="43" name="Freeform: Shape 8">
              <a:extLst>
                <a:ext uri="{FF2B5EF4-FFF2-40B4-BE49-F238E27FC236}">
                  <a16:creationId xmlns:a16="http://schemas.microsoft.com/office/drawing/2014/main" id="{58DDBB3E-9FBD-33D0-4094-9E55AE3C49AD}"/>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Ubuntu"/>
                <a:ea typeface="+mn-ea"/>
                <a:cs typeface="+mn-cs"/>
              </a:endParaRPr>
            </a:p>
          </p:txBody>
        </p:sp>
      </p:grpSp>
      <p:sp>
        <p:nvSpPr>
          <p:cNvPr id="44" name="Rectangle 43">
            <a:extLst>
              <a:ext uri="{FF2B5EF4-FFF2-40B4-BE49-F238E27FC236}">
                <a16:creationId xmlns:a16="http://schemas.microsoft.com/office/drawing/2014/main" id="{3335A044-4970-A490-9829-1A6E12A37804}"/>
              </a:ext>
              <a:ext uri="{C183D7F6-B498-43B3-948B-1728B52AA6E4}">
                <adec:decorative xmlns:adec="http://schemas.microsoft.com/office/drawing/2017/decorative" val="1"/>
              </a:ext>
            </a:extLst>
          </p:cNvPr>
          <p:cNvSpPr/>
          <p:nvPr/>
        </p:nvSpPr>
        <p:spPr>
          <a:xfrm>
            <a:off x="7444359" y="5097737"/>
            <a:ext cx="6096000" cy="257736"/>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Ubuntu"/>
              <a:ea typeface="+mn-ea"/>
              <a:cs typeface="+mn-cs"/>
            </a:endParaRPr>
          </a:p>
        </p:txBody>
      </p:sp>
      <p:sp>
        <p:nvSpPr>
          <p:cNvPr id="9" name="Speech Bubble: Rectangle with Corners Rounded 4">
            <a:extLst>
              <a:ext uri="{FF2B5EF4-FFF2-40B4-BE49-F238E27FC236}">
                <a16:creationId xmlns:a16="http://schemas.microsoft.com/office/drawing/2014/main" id="{D28B199B-EC5D-BD10-51A6-7470580BD231}"/>
              </a:ext>
              <a:ext uri="{C183D7F6-B498-43B3-948B-1728B52AA6E4}">
                <adec:decorative xmlns:adec="http://schemas.microsoft.com/office/drawing/2017/decorative" val="1"/>
              </a:ext>
            </a:extLst>
          </p:cNvPr>
          <p:cNvSpPr/>
          <p:nvPr/>
        </p:nvSpPr>
        <p:spPr>
          <a:xfrm>
            <a:off x="12443989" y="0"/>
            <a:ext cx="4655291" cy="3429000"/>
          </a:xfrm>
          <a:prstGeom prst="rect">
            <a:avLst/>
          </a:prstGeom>
          <a:solidFill>
            <a:srgbClr val="FFFFFF"/>
          </a:solidFill>
          <a:ln w="12700" cap="flat" cmpd="sng" algn="ctr">
            <a:noFill/>
            <a:prstDash val="solid"/>
            <a:miter lim="800000"/>
          </a:ln>
          <a:effectLst/>
        </p:spPr>
        <p:txBody>
          <a:bodyPr lIns="180000" tIns="180000" rIns="18000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400" b="1" i="0" u="none" strike="noStrike" kern="1200" cap="none" spc="0" normalizeH="0" baseline="0" noProof="0" dirty="0">
                <a:ln>
                  <a:noFill/>
                </a:ln>
                <a:solidFill>
                  <a:schemeClr val="tx1"/>
                </a:solidFill>
                <a:effectLst/>
                <a:uLnTx/>
                <a:uFillTx/>
                <a:latin typeface="Ubuntu"/>
                <a:ea typeface="+mn-ea"/>
                <a:cs typeface="+mn-cs"/>
              </a:rPr>
              <a:t>Impact slides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Ubuntu"/>
                <a:ea typeface="+mn-ea"/>
                <a:cs typeface="+mn-cs"/>
              </a:rPr>
              <a:t>These slide designs and messages are </a:t>
            </a:r>
            <a:r>
              <a:rPr kumimoji="0" lang="en-US" sz="1000" b="1" i="0" u="none" strike="noStrike" kern="1200" cap="none" spc="0" normalizeH="0" baseline="0" noProof="0" dirty="0">
                <a:ln>
                  <a:noFill/>
                </a:ln>
                <a:solidFill>
                  <a:schemeClr val="tx1"/>
                </a:solidFill>
                <a:effectLst/>
                <a:uLnTx/>
                <a:uFillTx/>
                <a:latin typeface="Ubuntu"/>
                <a:ea typeface="+mn-ea"/>
                <a:cs typeface="+mn-cs"/>
              </a:rPr>
              <a:t>inspirational only</a:t>
            </a:r>
            <a:r>
              <a:rPr kumimoji="0" lang="en-US" sz="1000" b="0" i="0" u="none" strike="noStrike" kern="1200" cap="none" spc="0" normalizeH="0" baseline="0" noProof="0" dirty="0">
                <a:ln>
                  <a:noFill/>
                </a:ln>
                <a:solidFill>
                  <a:schemeClr val="tx1"/>
                </a:solidFill>
                <a:effectLst/>
                <a:uLnTx/>
                <a:uFillTx/>
                <a:latin typeface="Ubuntu"/>
                <a:ea typeface="+mn-ea"/>
                <a:cs typeface="+mn-cs"/>
              </a:rPr>
              <a:t>. Please modify text boxes and positioning as needed based on the message and overall composition. Always consider the legibility and contrast of copy and content for maximum usability.</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dirty="0">
                <a:ln>
                  <a:noFill/>
                </a:ln>
                <a:solidFill>
                  <a:schemeClr val="tx1"/>
                </a:solidFill>
                <a:effectLst/>
                <a:uLnTx/>
                <a:uFillTx/>
                <a:latin typeface="Ubuntu"/>
                <a:ea typeface="+mn-ea"/>
                <a:cs typeface="+mn-cs"/>
              </a:rPr>
              <a:t>Any and all photography in these designs is given as an example. While you can use them, it’s better to </a:t>
            </a:r>
            <a:r>
              <a:rPr kumimoji="0" lang="en-US" sz="1000" b="1" i="0" u="none" strike="noStrike" kern="1200" cap="none" spc="0" normalizeH="0" baseline="0" noProof="0" dirty="0">
                <a:ln>
                  <a:noFill/>
                </a:ln>
                <a:solidFill>
                  <a:schemeClr val="tx1"/>
                </a:solidFill>
                <a:effectLst/>
                <a:uLnTx/>
                <a:uFillTx/>
                <a:latin typeface="Ubuntu"/>
                <a:ea typeface="+mn-ea"/>
                <a:cs typeface="+mn-cs"/>
              </a:rPr>
              <a:t>change the photography</a:t>
            </a:r>
            <a:r>
              <a:rPr kumimoji="0" lang="en-US" sz="1000" b="0" i="0" u="none" strike="noStrike" kern="1200" cap="none" spc="0" normalizeH="0" baseline="0" noProof="0" dirty="0">
                <a:ln>
                  <a:noFill/>
                </a:ln>
                <a:solidFill>
                  <a:schemeClr val="tx1"/>
                </a:solidFill>
                <a:effectLst/>
                <a:uLnTx/>
                <a:uFillTx/>
                <a:latin typeface="Ubuntu"/>
                <a:ea typeface="+mn-ea"/>
                <a:cs typeface="+mn-cs"/>
              </a:rPr>
              <a:t> to match your content.</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dirty="0">
                <a:ln>
                  <a:noFill/>
                </a:ln>
                <a:solidFill>
                  <a:schemeClr val="tx1"/>
                </a:solidFill>
                <a:effectLst/>
                <a:uLnTx/>
                <a:uFillTx/>
                <a:latin typeface="Ubuntu"/>
                <a:ea typeface="+mn-ea"/>
                <a:cs typeface="+mn-cs"/>
              </a:rPr>
              <a:t>To do so, right click on the picture or placeholder to change/insert a photo. </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dirty="0">
                <a:ln>
                  <a:noFill/>
                </a:ln>
                <a:solidFill>
                  <a:schemeClr val="tx1"/>
                </a:solidFill>
                <a:effectLst/>
                <a:uLnTx/>
                <a:uFillTx/>
                <a:latin typeface="Ubuntu"/>
                <a:ea typeface="+mn-ea"/>
                <a:cs typeface="+mn-cs"/>
              </a:rPr>
              <a:t>Where to find photography:</a:t>
            </a:r>
          </a:p>
          <a:p>
            <a:pPr marL="180975" marR="0" lvl="0" indent="-1809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chemeClr val="tx1"/>
                </a:solidFill>
                <a:effectLst/>
                <a:uLnTx/>
                <a:uFillTx/>
                <a:latin typeface="Ubuntu"/>
                <a:ea typeface="+mn-ea"/>
                <a:cs typeface="+mn-cs"/>
                <a:hlinkClick r:id="rId4">
                  <a:extLst>
                    <a:ext uri="{A12FA001-AC4F-418D-AE19-62706E023703}">
                      <ahyp:hlinkClr xmlns:ahyp="http://schemas.microsoft.com/office/drawing/2018/hyperlinkcolor" val="tx"/>
                    </a:ext>
                  </a:extLst>
                </a:hlinkClick>
              </a:rPr>
              <a:t>Photo library</a:t>
            </a:r>
            <a:endParaRPr kumimoji="0" lang="en-US" sz="1000" b="0" i="0" u="none" strike="noStrike" kern="1200" cap="none" spc="0" normalizeH="0" baseline="0" noProof="0" dirty="0">
              <a:ln>
                <a:noFill/>
              </a:ln>
              <a:solidFill>
                <a:schemeClr val="tx1"/>
              </a:solidFill>
              <a:effectLst/>
              <a:uLnTx/>
              <a:uFillTx/>
              <a:latin typeface="Ubuntu"/>
              <a:ea typeface="+mn-ea"/>
              <a:cs typeface="+mn-cs"/>
            </a:endParaRPr>
          </a:p>
          <a:p>
            <a:pPr marL="180975" marR="0" lvl="0" indent="-1809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chemeClr val="tx1"/>
                </a:solidFill>
                <a:effectLst/>
                <a:uLnTx/>
                <a:uFillTx/>
                <a:latin typeface="Ubuntu"/>
                <a:ea typeface="+mn-ea"/>
                <a:cs typeface="+mn-cs"/>
                <a:hlinkClick r:id="rId5">
                  <a:extLst>
                    <a:ext uri="{A12FA001-AC4F-418D-AE19-62706E023703}">
                      <ahyp:hlinkClr xmlns:ahyp="http://schemas.microsoft.com/office/drawing/2018/hyperlinkcolor" val="tx"/>
                    </a:ext>
                  </a:extLst>
                </a:hlinkClick>
              </a:rPr>
              <a:t>Getty images</a:t>
            </a:r>
            <a:r>
              <a:rPr kumimoji="0" lang="en-US" sz="1000" b="0" i="0" u="none" strike="noStrike" kern="1200" cap="none" spc="0" normalizeH="0" baseline="0" noProof="0" dirty="0">
                <a:ln>
                  <a:noFill/>
                </a:ln>
                <a:solidFill>
                  <a:schemeClr val="tx1"/>
                </a:solidFill>
                <a:effectLst/>
                <a:uLnTx/>
                <a:uFillTx/>
                <a:latin typeface="Ubuntu"/>
                <a:ea typeface="+mn-ea"/>
                <a:cs typeface="+mn-cs"/>
              </a:rPr>
              <a:t> (Recommended), </a:t>
            </a:r>
            <a:r>
              <a:rPr kumimoji="0" lang="en-US" sz="1000" b="0" i="0" u="none" strike="noStrike" kern="1200" cap="none" spc="0" normalizeH="0" baseline="0" noProof="0" dirty="0">
                <a:ln>
                  <a:noFill/>
                </a:ln>
                <a:solidFill>
                  <a:schemeClr val="tx1"/>
                </a:solidFill>
                <a:effectLst/>
                <a:uLnTx/>
                <a:uFillTx/>
                <a:latin typeface="Ubuntu"/>
                <a:ea typeface="+mn-ea"/>
                <a:cs typeface="+mn-cs"/>
                <a:hlinkClick r:id="rId6">
                  <a:extLst>
                    <a:ext uri="{A12FA001-AC4F-418D-AE19-62706E023703}">
                      <ahyp:hlinkClr xmlns:ahyp="http://schemas.microsoft.com/office/drawing/2018/hyperlinkcolor" val="tx"/>
                    </a:ext>
                  </a:extLst>
                </a:hlinkClick>
              </a:rPr>
              <a:t>Shutterstock</a:t>
            </a:r>
            <a:r>
              <a:rPr kumimoji="0" lang="en-US" sz="1000" b="0" i="0" u="none" strike="noStrike" kern="1200" cap="none" spc="0" normalizeH="0" baseline="0" noProof="0" dirty="0">
                <a:ln>
                  <a:noFill/>
                </a:ln>
                <a:solidFill>
                  <a:schemeClr val="tx1"/>
                </a:solidFill>
                <a:effectLst/>
                <a:uLnTx/>
                <a:uFillTx/>
                <a:latin typeface="Ubuntu"/>
                <a:ea typeface="+mn-ea"/>
                <a:cs typeface="+mn-cs"/>
              </a:rPr>
              <a:t>, </a:t>
            </a:r>
            <a:r>
              <a:rPr kumimoji="0" lang="en-US" sz="1000" b="0" i="0" u="none" strike="noStrike" kern="1200" cap="none" spc="0" normalizeH="0" baseline="0" noProof="0" dirty="0">
                <a:ln>
                  <a:noFill/>
                </a:ln>
                <a:solidFill>
                  <a:schemeClr val="tx1"/>
                </a:solidFill>
                <a:effectLst/>
                <a:uLnTx/>
                <a:uFillTx/>
                <a:latin typeface="Ubuntu"/>
                <a:ea typeface="+mn-ea"/>
                <a:cs typeface="+mn-cs"/>
                <a:hlinkClick r:id="rId7">
                  <a:extLst>
                    <a:ext uri="{A12FA001-AC4F-418D-AE19-62706E023703}">
                      <ahyp:hlinkClr xmlns:ahyp="http://schemas.microsoft.com/office/drawing/2018/hyperlinkcolor" val="tx"/>
                    </a:ext>
                  </a:extLst>
                </a:hlinkClick>
              </a:rPr>
              <a:t>Adobe images</a:t>
            </a:r>
            <a:r>
              <a:rPr kumimoji="0" lang="en-US" sz="1000" b="0" i="0" u="none" strike="noStrike" kern="1200" cap="none" spc="0" normalizeH="0" baseline="0" noProof="0" dirty="0">
                <a:ln>
                  <a:noFill/>
                </a:ln>
                <a:solidFill>
                  <a:schemeClr val="tx1"/>
                </a:solidFill>
                <a:effectLst/>
                <a:uLnTx/>
                <a:uFillTx/>
                <a:latin typeface="Ubuntu"/>
                <a:ea typeface="+mn-ea"/>
                <a:cs typeface="+mn-cs"/>
              </a:rPr>
              <a:t> (check with your M&amp;C design team):</a:t>
            </a:r>
          </a:p>
          <a:p>
            <a:pPr lvl="0">
              <a:spcBef>
                <a:spcPts val="600"/>
              </a:spcBef>
              <a:defRPr/>
            </a:pPr>
            <a:r>
              <a:rPr lang="en-US" sz="1000" b="1" dirty="0">
                <a:solidFill>
                  <a:srgbClr val="000000"/>
                </a:solidFill>
              </a:rPr>
              <a:t>Further examples and inspiration </a:t>
            </a:r>
            <a:r>
              <a:rPr lang="en-US" sz="1000" dirty="0">
                <a:solidFill>
                  <a:srgbClr val="000000"/>
                </a:solidFill>
              </a:rPr>
              <a:t>are available in Extras file in your </a:t>
            </a:r>
            <a:r>
              <a:rPr lang="en-US" sz="1000" dirty="0" err="1">
                <a:solidFill>
                  <a:srgbClr val="000000"/>
                </a:solidFill>
              </a:rPr>
              <a:t>Powerpoint</a:t>
            </a:r>
            <a:br>
              <a:rPr lang="en-US" sz="1000" dirty="0">
                <a:solidFill>
                  <a:srgbClr val="000000"/>
                </a:solidFill>
              </a:rPr>
            </a:br>
            <a:r>
              <a:rPr lang="en-US" sz="1000" dirty="0">
                <a:solidFill>
                  <a:srgbClr val="000000"/>
                </a:solidFill>
              </a:rPr>
              <a:t> -&gt; File -&gt; New from template…</a:t>
            </a:r>
            <a:endParaRPr lang="en-US" sz="1400" dirty="0">
              <a:solidFill>
                <a:srgbClr val="000000"/>
              </a:solidFill>
            </a:endParaRPr>
          </a:p>
        </p:txBody>
      </p:sp>
    </p:spTree>
    <p:extLst>
      <p:ext uri="{BB962C8B-B14F-4D97-AF65-F5344CB8AC3E}">
        <p14:creationId xmlns:p14="http://schemas.microsoft.com/office/powerpoint/2010/main" val="22664134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heme/theme1.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146F7EC5-EAD0-403A-8A34-B166E4CB0DEC}"/>
    </a:ext>
  </a:extLst>
</a:theme>
</file>

<file path=ppt/theme/theme2.xml><?xml version="1.0" encoding="utf-8"?>
<a:theme xmlns:a="http://schemas.openxmlformats.org/drawingml/2006/main" name="Capgemini_Blue_2025">
  <a:themeElements>
    <a:clrScheme name="Custom 1">
      <a:dk1>
        <a:sysClr val="windowText" lastClr="000000"/>
      </a:dk1>
      <a:lt1>
        <a:srgbClr val="FFFFFF"/>
      </a:lt1>
      <a:dk2>
        <a:srgbClr val="0058AB"/>
      </a:dk2>
      <a:lt2>
        <a:srgbClr val="FFFFFF"/>
      </a:lt2>
      <a:accent1>
        <a:srgbClr val="121A38"/>
      </a:accent1>
      <a:accent2>
        <a:srgbClr val="1DB8F2"/>
      </a:accent2>
      <a:accent3>
        <a:srgbClr val="D4D3F1"/>
      </a:accent3>
      <a:accent4>
        <a:srgbClr val="00D5D0"/>
      </a:accent4>
      <a:accent5>
        <a:srgbClr val="FEB100"/>
      </a:accent5>
      <a:accent6>
        <a:srgbClr val="FF816E"/>
      </a:accent6>
      <a:hlink>
        <a:srgbClr val="1DB8F2"/>
      </a:hlink>
      <a:folHlink>
        <a:srgbClr val="77D3F7"/>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solidFill>
              <a:schemeClr val="bg1"/>
            </a:solidFill>
          </a:defRPr>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472AF13B-0F0F-441F-930B-60595BAFC66B}"/>
    </a:ext>
  </a:extLst>
</a:theme>
</file>

<file path=ppt/theme/theme3.xml><?xml version="1.0" encoding="utf-8"?>
<a:theme xmlns:a="http://schemas.openxmlformats.org/drawingml/2006/main" name="Capgemini_Dark_2025">
  <a:themeElements>
    <a:clrScheme name="Capgemini Dark 2026">
      <a:dk1>
        <a:sysClr val="windowText" lastClr="000000"/>
      </a:dk1>
      <a:lt1>
        <a:srgbClr val="FFFFFF"/>
      </a:lt1>
      <a:dk2>
        <a:srgbClr val="121A38"/>
      </a:dk2>
      <a:lt2>
        <a:srgbClr val="FFFFFF"/>
      </a:lt2>
      <a:accent1>
        <a:srgbClr val="0058AB"/>
      </a:accent1>
      <a:accent2>
        <a:srgbClr val="1DB8F2"/>
      </a:accent2>
      <a:accent3>
        <a:srgbClr val="D4D3F1"/>
      </a:accent3>
      <a:accent4>
        <a:srgbClr val="00D5D0"/>
      </a:accent4>
      <a:accent5>
        <a:srgbClr val="FEB100"/>
      </a:accent5>
      <a:accent6>
        <a:srgbClr val="FF816E"/>
      </a:accent6>
      <a:hlink>
        <a:srgbClr val="1DB8F2"/>
      </a:hlink>
      <a:folHlink>
        <a:srgbClr val="77D3F7"/>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solidFill>
              <a:schemeClr val="bg1"/>
            </a:solidFill>
          </a:defRPr>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961BB501-3E1D-4AE4-8E2F-17AD598B66F8}"/>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5BF1A5D1A7DC7448263498994A172CC" ma:contentTypeVersion="11" ma:contentTypeDescription="Create a new document." ma:contentTypeScope="" ma:versionID="80061a75a75cd06188a47c4ba574d57e">
  <xsd:schema xmlns:xsd="http://www.w3.org/2001/XMLSchema" xmlns:xs="http://www.w3.org/2001/XMLSchema" xmlns:p="http://schemas.microsoft.com/office/2006/metadata/properties" xmlns:ns2="6aa2d33d-672c-4c5a-a9f5-a5d7220a9a33" xmlns:ns3="2316f3af-75b1-4ca8-829c-1fc88bf82c40" targetNamespace="http://schemas.microsoft.com/office/2006/metadata/properties" ma:root="true" ma:fieldsID="80766c03347fa849f777b73755204753" ns2:_="" ns3:_="">
    <xsd:import namespace="6aa2d33d-672c-4c5a-a9f5-a5d7220a9a33"/>
    <xsd:import namespace="2316f3af-75b1-4ca8-829c-1fc88bf82c40"/>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LengthInSeconds" minOccurs="0"/>
                <xsd:element ref="ns2:MediaServiceAutoTags" minOccurs="0"/>
                <xsd:element ref="ns2:MediaServiceObjectDetectorVersions"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a2d33d-672c-4c5a-a9f5-a5d7220a9a3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3" nillable="true" ma:displayName="Length (seconds)"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16f3af-75b1-4ca8-829c-1fc88bf82c40"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A0046D-0765-4685-8521-7D1E34B9A377}">
  <ds:schemaRefs>
    <ds:schemaRef ds:uri="http://purl.org/dc/elements/1.1/"/>
    <ds:schemaRef ds:uri="http://schemas.microsoft.com/office/2006/metadata/properties"/>
    <ds:schemaRef ds:uri="http://purl.org/dc/terms/"/>
    <ds:schemaRef ds:uri="http://schemas.microsoft.com/office/2006/documentManagement/types"/>
    <ds:schemaRef ds:uri="http://schemas.openxmlformats.org/package/2006/metadata/core-properties"/>
    <ds:schemaRef ds:uri="http://schemas.microsoft.com/office/infopath/2007/PartnerControls"/>
    <ds:schemaRef ds:uri="http://purl.org/dc/dcmitype/"/>
    <ds:schemaRef ds:uri="83fd27e2-85d6-4e10-9bbd-a3e555ecf21b"/>
    <ds:schemaRef ds:uri="f1122fed-4606-4ec8-90ef-13536176a38c"/>
    <ds:schemaRef ds:uri="http://www.w3.org/XML/1998/namespace"/>
  </ds:schemaRefs>
</ds:datastoreItem>
</file>

<file path=customXml/itemProps2.xml><?xml version="1.0" encoding="utf-8"?>
<ds:datastoreItem xmlns:ds="http://schemas.openxmlformats.org/officeDocument/2006/customXml" ds:itemID="{47CF04F0-456A-483D-A7D2-D6142AA5B354}">
  <ds:schemaRefs>
    <ds:schemaRef ds:uri="http://schemas.microsoft.com/sharepoint/v3/contenttype/forms"/>
  </ds:schemaRefs>
</ds:datastoreItem>
</file>

<file path=customXml/itemProps3.xml><?xml version="1.0" encoding="utf-8"?>
<ds:datastoreItem xmlns:ds="http://schemas.openxmlformats.org/officeDocument/2006/customXml" ds:itemID="{230781AF-6714-4477-8CEB-21FDA92CFDA7}"/>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Capgemini-master_Powerpoint-template-10_2025</Template>
  <TotalTime>5923</TotalTime>
  <Words>1155</Words>
  <Application>Microsoft Office PowerPoint</Application>
  <PresentationFormat>Widescreen</PresentationFormat>
  <Paragraphs>186</Paragraphs>
  <Slides>15</Slides>
  <Notes>3</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15</vt:i4>
      </vt:variant>
    </vt:vector>
  </HeadingPairs>
  <TitlesOfParts>
    <vt:vector size="26" baseType="lpstr">
      <vt:lpstr>Aptos</vt:lpstr>
      <vt:lpstr>Arial</vt:lpstr>
      <vt:lpstr>System Font Regular</vt:lpstr>
      <vt:lpstr>Ubuntu</vt:lpstr>
      <vt:lpstr>Ubuntu Light</vt:lpstr>
      <vt:lpstr>Ubuntu Medium</vt:lpstr>
      <vt:lpstr>Verdana</vt:lpstr>
      <vt:lpstr>Wingdings</vt:lpstr>
      <vt:lpstr>Capgemini_Bright_2025</vt:lpstr>
      <vt:lpstr>Capgemini_Blue_2025</vt:lpstr>
      <vt:lpstr>Capgemini_Dark_2025</vt:lpstr>
      <vt:lpstr>Fintech HACKATHON 2026</vt:lpstr>
      <vt:lpstr>Agenda  </vt:lpstr>
      <vt:lpstr>Business Case Introduction</vt:lpstr>
      <vt:lpstr>Instant Payments &amp; Fraud Risks</vt:lpstr>
      <vt:lpstr>KEY TERMS</vt:lpstr>
      <vt:lpstr>Hackathon Goal and Overview</vt:lpstr>
      <vt:lpstr>Hackathon Goal</vt:lpstr>
      <vt:lpstr>Inputs &amp; Outputs</vt:lpstr>
      <vt:lpstr>Inputs</vt:lpstr>
      <vt:lpstr>Input files from Organizers</vt:lpstr>
      <vt:lpstr>FRAML rules</vt:lpstr>
      <vt:lpstr>Outputs</vt:lpstr>
      <vt:lpstr>Expected Output</vt:lpstr>
      <vt:lpstr>ALERT DASHBOARD – inspirations </vt:lpstr>
      <vt:lpstr>Good Luck!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Grzybowska, Dorota</dc:creator>
  <cp:keywords/>
  <dc:description/>
  <cp:lastModifiedBy>Grzybowska, Dorota</cp:lastModifiedBy>
  <cp:revision>4</cp:revision>
  <dcterms:created xsi:type="dcterms:W3CDTF">2026-04-12T22:38:34Z</dcterms:created>
  <dcterms:modified xsi:type="dcterms:W3CDTF">2026-04-17T04:53:29Z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0x01010045BF1A5D1A7DC7448263498994A172CC</vt:lpwstr>
  </property>
</Properties>
</file>